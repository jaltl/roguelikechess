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3" d="100"/>
          <a:sy n="103" d="100"/>
        </p:scale>
        <p:origin x="3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573ADD-3D24-4E02-AA59-A6FE3401488E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96FE9A-9B2F-45B1-8FFA-F9042F06431F}">
      <dgm:prSet/>
      <dgm:spPr/>
      <dgm:t>
        <a:bodyPr/>
        <a:lstStyle/>
        <a:p>
          <a:r>
            <a:rPr lang="en-US" dirty="0"/>
            <a:t>Unit definition</a:t>
          </a:r>
        </a:p>
      </dgm:t>
    </dgm:pt>
    <dgm:pt modelId="{E3E06133-E60D-4666-84B3-DFA5DC743289}" type="parTrans" cxnId="{F3E74135-64AC-44DF-9978-58806D09FB30}">
      <dgm:prSet/>
      <dgm:spPr/>
      <dgm:t>
        <a:bodyPr/>
        <a:lstStyle/>
        <a:p>
          <a:endParaRPr lang="en-US"/>
        </a:p>
      </dgm:t>
    </dgm:pt>
    <dgm:pt modelId="{DCEBF35F-639B-4924-B16A-059F4CF8DD7F}" type="sibTrans" cxnId="{F3E74135-64AC-44DF-9978-58806D09FB30}">
      <dgm:prSet/>
      <dgm:spPr/>
      <dgm:t>
        <a:bodyPr/>
        <a:lstStyle/>
        <a:p>
          <a:endParaRPr lang="en-US"/>
        </a:p>
      </dgm:t>
    </dgm:pt>
    <dgm:pt modelId="{066E7B34-B5BC-4334-9233-605FDA1010F0}">
      <dgm:prSet/>
      <dgm:spPr/>
      <dgm:t>
        <a:bodyPr/>
        <a:lstStyle/>
        <a:p>
          <a:r>
            <a:rPr lang="en-US"/>
            <a:t>Unit details</a:t>
          </a:r>
        </a:p>
      </dgm:t>
    </dgm:pt>
    <dgm:pt modelId="{66B84E54-B0A9-4A3A-BD0B-5500F9DD4103}" type="parTrans" cxnId="{7961F69F-0E1A-4620-9581-183DAD94A202}">
      <dgm:prSet/>
      <dgm:spPr/>
      <dgm:t>
        <a:bodyPr/>
        <a:lstStyle/>
        <a:p>
          <a:endParaRPr lang="en-US"/>
        </a:p>
      </dgm:t>
    </dgm:pt>
    <dgm:pt modelId="{8DC11522-A8C5-4E7B-A42D-7105E7834138}" type="sibTrans" cxnId="{7961F69F-0E1A-4620-9581-183DAD94A202}">
      <dgm:prSet/>
      <dgm:spPr/>
      <dgm:t>
        <a:bodyPr/>
        <a:lstStyle/>
        <a:p>
          <a:endParaRPr lang="en-US"/>
        </a:p>
      </dgm:t>
    </dgm:pt>
    <dgm:pt modelId="{26423E91-FE12-4253-BDC8-3493C92AF914}">
      <dgm:prSet/>
      <dgm:spPr/>
      <dgm:t>
        <a:bodyPr/>
        <a:lstStyle/>
        <a:p>
          <a:r>
            <a:rPr lang="en-US" dirty="0"/>
            <a:t>UI Knapp</a:t>
          </a:r>
        </a:p>
      </dgm:t>
    </dgm:pt>
    <dgm:pt modelId="{7AEC4F93-8CB7-469D-BB96-3BCFF6C2F08A}" type="parTrans" cxnId="{AEC71EAB-2F6D-4100-970D-794BC7DF42D9}">
      <dgm:prSet/>
      <dgm:spPr/>
      <dgm:t>
        <a:bodyPr/>
        <a:lstStyle/>
        <a:p>
          <a:endParaRPr lang="en-US"/>
        </a:p>
      </dgm:t>
    </dgm:pt>
    <dgm:pt modelId="{6CB252CD-7564-45B4-A2C7-645DC3E341A9}" type="sibTrans" cxnId="{AEC71EAB-2F6D-4100-970D-794BC7DF42D9}">
      <dgm:prSet/>
      <dgm:spPr/>
      <dgm:t>
        <a:bodyPr/>
        <a:lstStyle/>
        <a:p>
          <a:endParaRPr lang="en-US"/>
        </a:p>
      </dgm:t>
    </dgm:pt>
    <dgm:pt modelId="{0D25FDD1-B4EE-422C-A797-7645717D4E79}">
      <dgm:prSet/>
      <dgm:spPr/>
      <dgm:t>
        <a:bodyPr/>
        <a:lstStyle/>
        <a:p>
          <a:r>
            <a:rPr lang="en-US"/>
            <a:t>UI hand visuals</a:t>
          </a:r>
        </a:p>
      </dgm:t>
    </dgm:pt>
    <dgm:pt modelId="{6E2B55DA-F702-4DB4-8144-ECAA7A266845}" type="parTrans" cxnId="{424030FC-E9B8-48D2-BE8C-B4D1EF8972DB}">
      <dgm:prSet/>
      <dgm:spPr/>
      <dgm:t>
        <a:bodyPr/>
        <a:lstStyle/>
        <a:p>
          <a:endParaRPr lang="en-US"/>
        </a:p>
      </dgm:t>
    </dgm:pt>
    <dgm:pt modelId="{CDD54B02-5A38-490B-A092-27DB004EB80D}" type="sibTrans" cxnId="{424030FC-E9B8-48D2-BE8C-B4D1EF8972DB}">
      <dgm:prSet/>
      <dgm:spPr/>
      <dgm:t>
        <a:bodyPr/>
        <a:lstStyle/>
        <a:p>
          <a:endParaRPr lang="en-US"/>
        </a:p>
      </dgm:t>
    </dgm:pt>
    <dgm:pt modelId="{E166245D-832E-44FC-8787-FFF8FDFA7977}">
      <dgm:prSet/>
      <dgm:spPr/>
      <dgm:t>
        <a:bodyPr/>
        <a:lstStyle/>
        <a:p>
          <a:r>
            <a:rPr lang="en-US" dirty="0"/>
            <a:t>Unit Prefab</a:t>
          </a:r>
        </a:p>
      </dgm:t>
    </dgm:pt>
    <dgm:pt modelId="{ECE9C1B7-07D8-4661-8DD9-3E9317A36860}" type="parTrans" cxnId="{39CF1CCB-7156-4CB8-B860-AD518175A69E}">
      <dgm:prSet/>
      <dgm:spPr/>
      <dgm:t>
        <a:bodyPr/>
        <a:lstStyle/>
        <a:p>
          <a:endParaRPr lang="en-US"/>
        </a:p>
      </dgm:t>
    </dgm:pt>
    <dgm:pt modelId="{06B77D5E-5BAD-43ED-8502-FE9C1C81522C}" type="sibTrans" cxnId="{39CF1CCB-7156-4CB8-B860-AD518175A69E}">
      <dgm:prSet/>
      <dgm:spPr/>
      <dgm:t>
        <a:bodyPr/>
        <a:lstStyle/>
        <a:p>
          <a:endParaRPr lang="en-US"/>
        </a:p>
      </dgm:t>
    </dgm:pt>
    <dgm:pt modelId="{EE0C9488-0B8B-4456-8164-99244AED9707}">
      <dgm:prSet/>
      <dgm:spPr/>
      <dgm:t>
        <a:bodyPr/>
        <a:lstStyle/>
        <a:p>
          <a:r>
            <a:rPr lang="en-US"/>
            <a:t>Unit model</a:t>
          </a:r>
        </a:p>
      </dgm:t>
    </dgm:pt>
    <dgm:pt modelId="{7BEFF6DA-475F-4C02-8590-87813FD7E499}" type="parTrans" cxnId="{F947A895-69A8-4E3E-9E04-490C61D5C52D}">
      <dgm:prSet/>
      <dgm:spPr/>
      <dgm:t>
        <a:bodyPr/>
        <a:lstStyle/>
        <a:p>
          <a:endParaRPr lang="en-US"/>
        </a:p>
      </dgm:t>
    </dgm:pt>
    <dgm:pt modelId="{51853B9E-1432-47E3-BEE0-4D3D1A32BBF7}" type="sibTrans" cxnId="{F947A895-69A8-4E3E-9E04-490C61D5C52D}">
      <dgm:prSet/>
      <dgm:spPr/>
      <dgm:t>
        <a:bodyPr/>
        <a:lstStyle/>
        <a:p>
          <a:endParaRPr lang="en-US"/>
        </a:p>
      </dgm:t>
    </dgm:pt>
    <dgm:pt modelId="{C3F16E32-EBCA-4B61-89E7-84D84353C63C}" type="pres">
      <dgm:prSet presAssocID="{D3573ADD-3D24-4E02-AA59-A6FE3401488E}" presName="Name0" presStyleCnt="0">
        <dgm:presLayoutVars>
          <dgm:dir/>
          <dgm:animLvl val="lvl"/>
          <dgm:resizeHandles val="exact"/>
        </dgm:presLayoutVars>
      </dgm:prSet>
      <dgm:spPr/>
    </dgm:pt>
    <dgm:pt modelId="{91CA720A-0649-40C2-BAE9-46B6D9B8CFEB}" type="pres">
      <dgm:prSet presAssocID="{D396FE9A-9B2F-45B1-8FFA-F9042F06431F}" presName="linNode" presStyleCnt="0"/>
      <dgm:spPr/>
    </dgm:pt>
    <dgm:pt modelId="{334D8514-1787-458A-A6F0-016CC9EA305B}" type="pres">
      <dgm:prSet presAssocID="{D396FE9A-9B2F-45B1-8FFA-F9042F06431F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F603FC5D-A413-4826-820B-5815CC00A1B3}" type="pres">
      <dgm:prSet presAssocID="{D396FE9A-9B2F-45B1-8FFA-F9042F06431F}" presName="descendantText" presStyleLbl="alignAccFollowNode1" presStyleIdx="0" presStyleCnt="3">
        <dgm:presLayoutVars>
          <dgm:bulletEnabled val="1"/>
        </dgm:presLayoutVars>
      </dgm:prSet>
      <dgm:spPr/>
    </dgm:pt>
    <dgm:pt modelId="{6393530E-B991-488C-850A-AE844A5BDDF2}" type="pres">
      <dgm:prSet presAssocID="{DCEBF35F-639B-4924-B16A-059F4CF8DD7F}" presName="sp" presStyleCnt="0"/>
      <dgm:spPr/>
    </dgm:pt>
    <dgm:pt modelId="{EB3739D4-B6DA-4766-91A6-6A0A57B92EDB}" type="pres">
      <dgm:prSet presAssocID="{26423E91-FE12-4253-BDC8-3493C92AF914}" presName="linNode" presStyleCnt="0"/>
      <dgm:spPr/>
    </dgm:pt>
    <dgm:pt modelId="{0E6351DC-544C-4F95-8FC6-D23F75D3A076}" type="pres">
      <dgm:prSet presAssocID="{26423E91-FE12-4253-BDC8-3493C92AF91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EDB97782-AFD5-44A6-A377-D226249DF101}" type="pres">
      <dgm:prSet presAssocID="{26423E91-FE12-4253-BDC8-3493C92AF914}" presName="descendantText" presStyleLbl="alignAccFollowNode1" presStyleIdx="1" presStyleCnt="3">
        <dgm:presLayoutVars>
          <dgm:bulletEnabled val="1"/>
        </dgm:presLayoutVars>
      </dgm:prSet>
      <dgm:spPr/>
    </dgm:pt>
    <dgm:pt modelId="{CAED4119-82AB-4275-A070-955627789B30}" type="pres">
      <dgm:prSet presAssocID="{6CB252CD-7564-45B4-A2C7-645DC3E341A9}" presName="sp" presStyleCnt="0"/>
      <dgm:spPr/>
    </dgm:pt>
    <dgm:pt modelId="{679F2B2F-643C-42FF-9E23-793C9C3C4E96}" type="pres">
      <dgm:prSet presAssocID="{E166245D-832E-44FC-8787-FFF8FDFA7977}" presName="linNode" presStyleCnt="0"/>
      <dgm:spPr/>
    </dgm:pt>
    <dgm:pt modelId="{A88D48A3-AA50-4344-B9E4-53A2DDC08185}" type="pres">
      <dgm:prSet presAssocID="{E166245D-832E-44FC-8787-FFF8FDFA797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1A6E10F-42C2-438B-9781-3452889F0CD2}" type="pres">
      <dgm:prSet presAssocID="{E166245D-832E-44FC-8787-FFF8FDFA797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E1860214-53CC-4022-8934-5977ABFC2861}" type="presOf" srcId="{066E7B34-B5BC-4334-9233-605FDA1010F0}" destId="{F603FC5D-A413-4826-820B-5815CC00A1B3}" srcOrd="0" destOrd="0" presId="urn:microsoft.com/office/officeart/2005/8/layout/vList5"/>
    <dgm:cxn modelId="{F3E74135-64AC-44DF-9978-58806D09FB30}" srcId="{D3573ADD-3D24-4E02-AA59-A6FE3401488E}" destId="{D396FE9A-9B2F-45B1-8FFA-F9042F06431F}" srcOrd="0" destOrd="0" parTransId="{E3E06133-E60D-4666-84B3-DFA5DC743289}" sibTransId="{DCEBF35F-639B-4924-B16A-059F4CF8DD7F}"/>
    <dgm:cxn modelId="{810A565B-18C2-476E-ABEE-37E39F943F78}" type="presOf" srcId="{E166245D-832E-44FC-8787-FFF8FDFA7977}" destId="{A88D48A3-AA50-4344-B9E4-53A2DDC08185}" srcOrd="0" destOrd="0" presId="urn:microsoft.com/office/officeart/2005/8/layout/vList5"/>
    <dgm:cxn modelId="{FAEFAB41-E812-4B1B-9202-FF3C1F477B9F}" type="presOf" srcId="{D3573ADD-3D24-4E02-AA59-A6FE3401488E}" destId="{C3F16E32-EBCA-4B61-89E7-84D84353C63C}" srcOrd="0" destOrd="0" presId="urn:microsoft.com/office/officeart/2005/8/layout/vList5"/>
    <dgm:cxn modelId="{99AB7071-38DC-4C0B-AB24-185D0EB33837}" type="presOf" srcId="{EE0C9488-0B8B-4456-8164-99244AED9707}" destId="{E1A6E10F-42C2-438B-9781-3452889F0CD2}" srcOrd="0" destOrd="0" presId="urn:microsoft.com/office/officeart/2005/8/layout/vList5"/>
    <dgm:cxn modelId="{F947A895-69A8-4E3E-9E04-490C61D5C52D}" srcId="{E166245D-832E-44FC-8787-FFF8FDFA7977}" destId="{EE0C9488-0B8B-4456-8164-99244AED9707}" srcOrd="0" destOrd="0" parTransId="{7BEFF6DA-475F-4C02-8590-87813FD7E499}" sibTransId="{51853B9E-1432-47E3-BEE0-4D3D1A32BBF7}"/>
    <dgm:cxn modelId="{7961F69F-0E1A-4620-9581-183DAD94A202}" srcId="{D396FE9A-9B2F-45B1-8FFA-F9042F06431F}" destId="{066E7B34-B5BC-4334-9233-605FDA1010F0}" srcOrd="0" destOrd="0" parTransId="{66B84E54-B0A9-4A3A-BD0B-5500F9DD4103}" sibTransId="{8DC11522-A8C5-4E7B-A42D-7105E7834138}"/>
    <dgm:cxn modelId="{AEC71EAB-2F6D-4100-970D-794BC7DF42D9}" srcId="{D3573ADD-3D24-4E02-AA59-A6FE3401488E}" destId="{26423E91-FE12-4253-BDC8-3493C92AF914}" srcOrd="1" destOrd="0" parTransId="{7AEC4F93-8CB7-469D-BB96-3BCFF6C2F08A}" sibTransId="{6CB252CD-7564-45B4-A2C7-645DC3E341A9}"/>
    <dgm:cxn modelId="{0EBD06AF-0967-4937-9BBD-509047BD5F1A}" type="presOf" srcId="{D396FE9A-9B2F-45B1-8FFA-F9042F06431F}" destId="{334D8514-1787-458A-A6F0-016CC9EA305B}" srcOrd="0" destOrd="0" presId="urn:microsoft.com/office/officeart/2005/8/layout/vList5"/>
    <dgm:cxn modelId="{39CF1CCB-7156-4CB8-B860-AD518175A69E}" srcId="{D3573ADD-3D24-4E02-AA59-A6FE3401488E}" destId="{E166245D-832E-44FC-8787-FFF8FDFA7977}" srcOrd="2" destOrd="0" parTransId="{ECE9C1B7-07D8-4661-8DD9-3E9317A36860}" sibTransId="{06B77D5E-5BAD-43ED-8502-FE9C1C81522C}"/>
    <dgm:cxn modelId="{2AEDD6E0-C134-4547-BE4E-66461F83000B}" type="presOf" srcId="{26423E91-FE12-4253-BDC8-3493C92AF914}" destId="{0E6351DC-544C-4F95-8FC6-D23F75D3A076}" srcOrd="0" destOrd="0" presId="urn:microsoft.com/office/officeart/2005/8/layout/vList5"/>
    <dgm:cxn modelId="{0D405BFB-64E0-4745-8D92-F7E2977B342C}" type="presOf" srcId="{0D25FDD1-B4EE-422C-A797-7645717D4E79}" destId="{EDB97782-AFD5-44A6-A377-D226249DF101}" srcOrd="0" destOrd="0" presId="urn:microsoft.com/office/officeart/2005/8/layout/vList5"/>
    <dgm:cxn modelId="{424030FC-E9B8-48D2-BE8C-B4D1EF8972DB}" srcId="{26423E91-FE12-4253-BDC8-3493C92AF914}" destId="{0D25FDD1-B4EE-422C-A797-7645717D4E79}" srcOrd="0" destOrd="0" parTransId="{6E2B55DA-F702-4DB4-8144-ECAA7A266845}" sibTransId="{CDD54B02-5A38-490B-A092-27DB004EB80D}"/>
    <dgm:cxn modelId="{77EE2918-CCC3-4A4D-BD22-2C6818737F9F}" type="presParOf" srcId="{C3F16E32-EBCA-4B61-89E7-84D84353C63C}" destId="{91CA720A-0649-40C2-BAE9-46B6D9B8CFEB}" srcOrd="0" destOrd="0" presId="urn:microsoft.com/office/officeart/2005/8/layout/vList5"/>
    <dgm:cxn modelId="{1007BB66-76F1-4C77-984D-C22829A08AFF}" type="presParOf" srcId="{91CA720A-0649-40C2-BAE9-46B6D9B8CFEB}" destId="{334D8514-1787-458A-A6F0-016CC9EA305B}" srcOrd="0" destOrd="0" presId="urn:microsoft.com/office/officeart/2005/8/layout/vList5"/>
    <dgm:cxn modelId="{FC238EB6-2BA4-42CD-9792-F8F2DA491F5B}" type="presParOf" srcId="{91CA720A-0649-40C2-BAE9-46B6D9B8CFEB}" destId="{F603FC5D-A413-4826-820B-5815CC00A1B3}" srcOrd="1" destOrd="0" presId="urn:microsoft.com/office/officeart/2005/8/layout/vList5"/>
    <dgm:cxn modelId="{595F76BA-ECF3-48EA-9F68-C031C2756FA6}" type="presParOf" srcId="{C3F16E32-EBCA-4B61-89E7-84D84353C63C}" destId="{6393530E-B991-488C-850A-AE844A5BDDF2}" srcOrd="1" destOrd="0" presId="urn:microsoft.com/office/officeart/2005/8/layout/vList5"/>
    <dgm:cxn modelId="{F8667DF4-3CE6-4555-8FF4-2D0BE69DF9D0}" type="presParOf" srcId="{C3F16E32-EBCA-4B61-89E7-84D84353C63C}" destId="{EB3739D4-B6DA-4766-91A6-6A0A57B92EDB}" srcOrd="2" destOrd="0" presId="urn:microsoft.com/office/officeart/2005/8/layout/vList5"/>
    <dgm:cxn modelId="{852C8351-6514-4D20-B022-52721903E43C}" type="presParOf" srcId="{EB3739D4-B6DA-4766-91A6-6A0A57B92EDB}" destId="{0E6351DC-544C-4F95-8FC6-D23F75D3A076}" srcOrd="0" destOrd="0" presId="urn:microsoft.com/office/officeart/2005/8/layout/vList5"/>
    <dgm:cxn modelId="{A603469C-2150-44F6-9338-7C2A8803E318}" type="presParOf" srcId="{EB3739D4-B6DA-4766-91A6-6A0A57B92EDB}" destId="{EDB97782-AFD5-44A6-A377-D226249DF101}" srcOrd="1" destOrd="0" presId="urn:microsoft.com/office/officeart/2005/8/layout/vList5"/>
    <dgm:cxn modelId="{E83987E6-2863-407E-9922-CBDDCE2C2142}" type="presParOf" srcId="{C3F16E32-EBCA-4B61-89E7-84D84353C63C}" destId="{CAED4119-82AB-4275-A070-955627789B30}" srcOrd="3" destOrd="0" presId="urn:microsoft.com/office/officeart/2005/8/layout/vList5"/>
    <dgm:cxn modelId="{BE67FA77-EE32-4C33-A8F7-306A2C540516}" type="presParOf" srcId="{C3F16E32-EBCA-4B61-89E7-84D84353C63C}" destId="{679F2B2F-643C-42FF-9E23-793C9C3C4E96}" srcOrd="4" destOrd="0" presId="urn:microsoft.com/office/officeart/2005/8/layout/vList5"/>
    <dgm:cxn modelId="{AD990521-0063-4E36-8E76-57C8B9FD6E59}" type="presParOf" srcId="{679F2B2F-643C-42FF-9E23-793C9C3C4E96}" destId="{A88D48A3-AA50-4344-B9E4-53A2DDC08185}" srcOrd="0" destOrd="0" presId="urn:microsoft.com/office/officeart/2005/8/layout/vList5"/>
    <dgm:cxn modelId="{E468DCF2-CD19-49F5-886E-36AF08D98429}" type="presParOf" srcId="{679F2B2F-643C-42FF-9E23-793C9C3C4E96}" destId="{E1A6E10F-42C2-438B-9781-3452889F0CD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FE90E0-E9D9-468C-8BA0-207D32ED87DD}" type="doc">
      <dgm:prSet loTypeId="urn:microsoft.com/office/officeart/2005/8/layout/vProcess5" loCatId="process" qsTypeId="urn:microsoft.com/office/officeart/2005/8/quickstyle/simple4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8CB66B61-6D8C-476A-B6D3-EF6B9EFC87E0}">
      <dgm:prSet/>
      <dgm:spPr/>
      <dgm:t>
        <a:bodyPr/>
        <a:lstStyle/>
        <a:p>
          <a:r>
            <a:rPr lang="en-US" dirty="0"/>
            <a:t>UI Button Prefab </a:t>
          </a:r>
          <a:r>
            <a:rPr lang="en-US" dirty="0" err="1"/>
            <a:t>interageras</a:t>
          </a:r>
          <a:r>
            <a:rPr lang="en-US" dirty="0"/>
            <a:t> med under </a:t>
          </a:r>
          <a:r>
            <a:rPr lang="en-US" dirty="0" err="1"/>
            <a:t>spelets</a:t>
          </a:r>
          <a:r>
            <a:rPr lang="en-US" dirty="0"/>
            <a:t> </a:t>
          </a:r>
          <a:r>
            <a:rPr lang="en-US" dirty="0" err="1"/>
            <a:t>gång</a:t>
          </a:r>
          <a:endParaRPr lang="en-US" dirty="0"/>
        </a:p>
      </dgm:t>
    </dgm:pt>
    <dgm:pt modelId="{A03AAF81-6E5C-422E-B5B3-0767CC39391D}" type="parTrans" cxnId="{CA62707C-5675-472D-818A-5DB5DB0B8974}">
      <dgm:prSet/>
      <dgm:spPr/>
      <dgm:t>
        <a:bodyPr/>
        <a:lstStyle/>
        <a:p>
          <a:endParaRPr lang="en-US"/>
        </a:p>
      </dgm:t>
    </dgm:pt>
    <dgm:pt modelId="{EC54041D-EA04-4F61-8425-ACA30640C502}" type="sibTrans" cxnId="{CA62707C-5675-472D-818A-5DB5DB0B8974}">
      <dgm:prSet/>
      <dgm:spPr/>
      <dgm:t>
        <a:bodyPr/>
        <a:lstStyle/>
        <a:p>
          <a:endParaRPr lang="en-US"/>
        </a:p>
      </dgm:t>
    </dgm:pt>
    <dgm:pt modelId="{B02FABFD-C35E-4467-BA37-39C572D66AA5}">
      <dgm:prSet/>
      <dgm:spPr/>
      <dgm:t>
        <a:bodyPr/>
        <a:lstStyle/>
        <a:p>
          <a:r>
            <a:rPr lang="en-US"/>
            <a:t>Unit Definition refereras och säger vilken prefab som spawnas</a:t>
          </a:r>
        </a:p>
      </dgm:t>
    </dgm:pt>
    <dgm:pt modelId="{CB674EE9-77B2-4BFE-B7D2-4FEE5FC58328}" type="parTrans" cxnId="{C91A13CD-CA78-4273-9B95-D353256AF6DB}">
      <dgm:prSet/>
      <dgm:spPr/>
      <dgm:t>
        <a:bodyPr/>
        <a:lstStyle/>
        <a:p>
          <a:endParaRPr lang="en-US"/>
        </a:p>
      </dgm:t>
    </dgm:pt>
    <dgm:pt modelId="{A8AD8669-D61F-41FD-8701-078AB074DFC7}" type="sibTrans" cxnId="{C91A13CD-CA78-4273-9B95-D353256AF6DB}">
      <dgm:prSet/>
      <dgm:spPr/>
      <dgm:t>
        <a:bodyPr/>
        <a:lstStyle/>
        <a:p>
          <a:endParaRPr lang="en-US"/>
        </a:p>
      </dgm:t>
    </dgm:pt>
    <dgm:pt modelId="{1B418AF8-0519-4599-92F0-42DF18FFA3FC}">
      <dgm:prSet/>
      <dgm:spPr/>
      <dgm:t>
        <a:bodyPr/>
        <a:lstStyle/>
        <a:p>
          <a:r>
            <a:rPr lang="en-US"/>
            <a:t>Unit Prefab Spawnas där den blivit tillsagd</a:t>
          </a:r>
        </a:p>
      </dgm:t>
    </dgm:pt>
    <dgm:pt modelId="{CECBAC92-80E2-4F8E-B199-37D1781C64B1}" type="parTrans" cxnId="{331E7F4C-5715-4961-BCD6-AFE58394869E}">
      <dgm:prSet/>
      <dgm:spPr/>
      <dgm:t>
        <a:bodyPr/>
        <a:lstStyle/>
        <a:p>
          <a:endParaRPr lang="en-US"/>
        </a:p>
      </dgm:t>
    </dgm:pt>
    <dgm:pt modelId="{0B959A7F-2871-4EBC-BCF0-0802AB751288}" type="sibTrans" cxnId="{331E7F4C-5715-4961-BCD6-AFE58394869E}">
      <dgm:prSet/>
      <dgm:spPr/>
      <dgm:t>
        <a:bodyPr/>
        <a:lstStyle/>
        <a:p>
          <a:endParaRPr lang="en-US"/>
        </a:p>
      </dgm:t>
    </dgm:pt>
    <dgm:pt modelId="{1093A6F8-4B6A-487E-B978-E0E9D42FADC9}" type="pres">
      <dgm:prSet presAssocID="{DEFE90E0-E9D9-468C-8BA0-207D32ED87DD}" presName="outerComposite" presStyleCnt="0">
        <dgm:presLayoutVars>
          <dgm:chMax val="5"/>
          <dgm:dir/>
          <dgm:resizeHandles val="exact"/>
        </dgm:presLayoutVars>
      </dgm:prSet>
      <dgm:spPr/>
    </dgm:pt>
    <dgm:pt modelId="{97200CA2-2313-4F2B-ACBE-3A89BE46A2EB}" type="pres">
      <dgm:prSet presAssocID="{DEFE90E0-E9D9-468C-8BA0-207D32ED87DD}" presName="dummyMaxCanvas" presStyleCnt="0">
        <dgm:presLayoutVars/>
      </dgm:prSet>
      <dgm:spPr/>
    </dgm:pt>
    <dgm:pt modelId="{1B590B65-C8C9-441A-969C-D21003777B64}" type="pres">
      <dgm:prSet presAssocID="{DEFE90E0-E9D9-468C-8BA0-207D32ED87DD}" presName="ThreeNodes_1" presStyleLbl="node1" presStyleIdx="0" presStyleCnt="3">
        <dgm:presLayoutVars>
          <dgm:bulletEnabled val="1"/>
        </dgm:presLayoutVars>
      </dgm:prSet>
      <dgm:spPr/>
    </dgm:pt>
    <dgm:pt modelId="{8ABEE9C2-5782-4BD8-AFAF-E9FA6248E268}" type="pres">
      <dgm:prSet presAssocID="{DEFE90E0-E9D9-468C-8BA0-207D32ED87DD}" presName="ThreeNodes_2" presStyleLbl="node1" presStyleIdx="1" presStyleCnt="3">
        <dgm:presLayoutVars>
          <dgm:bulletEnabled val="1"/>
        </dgm:presLayoutVars>
      </dgm:prSet>
      <dgm:spPr/>
    </dgm:pt>
    <dgm:pt modelId="{96A6DF29-E7A6-4D66-B110-6A9CFCDC5DDF}" type="pres">
      <dgm:prSet presAssocID="{DEFE90E0-E9D9-468C-8BA0-207D32ED87DD}" presName="ThreeNodes_3" presStyleLbl="node1" presStyleIdx="2" presStyleCnt="3">
        <dgm:presLayoutVars>
          <dgm:bulletEnabled val="1"/>
        </dgm:presLayoutVars>
      </dgm:prSet>
      <dgm:spPr/>
    </dgm:pt>
    <dgm:pt modelId="{3EE1DA01-E508-488B-A2B7-17EF1381B5B1}" type="pres">
      <dgm:prSet presAssocID="{DEFE90E0-E9D9-468C-8BA0-207D32ED87DD}" presName="ThreeConn_1-2" presStyleLbl="fgAccFollowNode1" presStyleIdx="0" presStyleCnt="2">
        <dgm:presLayoutVars>
          <dgm:bulletEnabled val="1"/>
        </dgm:presLayoutVars>
      </dgm:prSet>
      <dgm:spPr/>
    </dgm:pt>
    <dgm:pt modelId="{21A9CE28-5885-4E78-94CA-2FB4F1A5C28A}" type="pres">
      <dgm:prSet presAssocID="{DEFE90E0-E9D9-468C-8BA0-207D32ED87DD}" presName="ThreeConn_2-3" presStyleLbl="fgAccFollowNode1" presStyleIdx="1" presStyleCnt="2">
        <dgm:presLayoutVars>
          <dgm:bulletEnabled val="1"/>
        </dgm:presLayoutVars>
      </dgm:prSet>
      <dgm:spPr/>
    </dgm:pt>
    <dgm:pt modelId="{0E65FC7B-9A39-4E03-B919-DB1AA40F5106}" type="pres">
      <dgm:prSet presAssocID="{DEFE90E0-E9D9-468C-8BA0-207D32ED87DD}" presName="ThreeNodes_1_text" presStyleLbl="node1" presStyleIdx="2" presStyleCnt="3">
        <dgm:presLayoutVars>
          <dgm:bulletEnabled val="1"/>
        </dgm:presLayoutVars>
      </dgm:prSet>
      <dgm:spPr/>
    </dgm:pt>
    <dgm:pt modelId="{6EABC6D8-725C-49BE-86BB-1588DF4AD9FF}" type="pres">
      <dgm:prSet presAssocID="{DEFE90E0-E9D9-468C-8BA0-207D32ED87DD}" presName="ThreeNodes_2_text" presStyleLbl="node1" presStyleIdx="2" presStyleCnt="3">
        <dgm:presLayoutVars>
          <dgm:bulletEnabled val="1"/>
        </dgm:presLayoutVars>
      </dgm:prSet>
      <dgm:spPr/>
    </dgm:pt>
    <dgm:pt modelId="{88AFC986-FFA9-41F5-B957-8EA98964317C}" type="pres">
      <dgm:prSet presAssocID="{DEFE90E0-E9D9-468C-8BA0-207D32ED87DD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3E1F605-D7E5-4699-B3F2-E22675433A50}" type="presOf" srcId="{B02FABFD-C35E-4467-BA37-39C572D66AA5}" destId="{6EABC6D8-725C-49BE-86BB-1588DF4AD9FF}" srcOrd="1" destOrd="0" presId="urn:microsoft.com/office/officeart/2005/8/layout/vProcess5"/>
    <dgm:cxn modelId="{16E21411-17FF-421C-BECD-FF76F74C35F8}" type="presOf" srcId="{1B418AF8-0519-4599-92F0-42DF18FFA3FC}" destId="{96A6DF29-E7A6-4D66-B110-6A9CFCDC5DDF}" srcOrd="0" destOrd="0" presId="urn:microsoft.com/office/officeart/2005/8/layout/vProcess5"/>
    <dgm:cxn modelId="{73B9D05F-E705-4CF1-9383-9E0773C15631}" type="presOf" srcId="{8CB66B61-6D8C-476A-B6D3-EF6B9EFC87E0}" destId="{1B590B65-C8C9-441A-969C-D21003777B64}" srcOrd="0" destOrd="0" presId="urn:microsoft.com/office/officeart/2005/8/layout/vProcess5"/>
    <dgm:cxn modelId="{74A37E67-32AD-4F04-9EF2-EDE62F84C37E}" type="presOf" srcId="{B02FABFD-C35E-4467-BA37-39C572D66AA5}" destId="{8ABEE9C2-5782-4BD8-AFAF-E9FA6248E268}" srcOrd="0" destOrd="0" presId="urn:microsoft.com/office/officeart/2005/8/layout/vProcess5"/>
    <dgm:cxn modelId="{331E7F4C-5715-4961-BCD6-AFE58394869E}" srcId="{DEFE90E0-E9D9-468C-8BA0-207D32ED87DD}" destId="{1B418AF8-0519-4599-92F0-42DF18FFA3FC}" srcOrd="2" destOrd="0" parTransId="{CECBAC92-80E2-4F8E-B199-37D1781C64B1}" sibTransId="{0B959A7F-2871-4EBC-BCF0-0802AB751288}"/>
    <dgm:cxn modelId="{CA62707C-5675-472D-818A-5DB5DB0B8974}" srcId="{DEFE90E0-E9D9-468C-8BA0-207D32ED87DD}" destId="{8CB66B61-6D8C-476A-B6D3-EF6B9EFC87E0}" srcOrd="0" destOrd="0" parTransId="{A03AAF81-6E5C-422E-B5B3-0767CC39391D}" sibTransId="{EC54041D-EA04-4F61-8425-ACA30640C502}"/>
    <dgm:cxn modelId="{09B5E685-157B-41A0-8C43-1BF6B83DA7D7}" type="presOf" srcId="{A8AD8669-D61F-41FD-8701-078AB074DFC7}" destId="{21A9CE28-5885-4E78-94CA-2FB4F1A5C28A}" srcOrd="0" destOrd="0" presId="urn:microsoft.com/office/officeart/2005/8/layout/vProcess5"/>
    <dgm:cxn modelId="{F286B889-9555-4044-BD81-615E4150D98C}" type="presOf" srcId="{8CB66B61-6D8C-476A-B6D3-EF6B9EFC87E0}" destId="{0E65FC7B-9A39-4E03-B919-DB1AA40F5106}" srcOrd="1" destOrd="0" presId="urn:microsoft.com/office/officeart/2005/8/layout/vProcess5"/>
    <dgm:cxn modelId="{C91A13CD-CA78-4273-9B95-D353256AF6DB}" srcId="{DEFE90E0-E9D9-468C-8BA0-207D32ED87DD}" destId="{B02FABFD-C35E-4467-BA37-39C572D66AA5}" srcOrd="1" destOrd="0" parTransId="{CB674EE9-77B2-4BFE-B7D2-4FEE5FC58328}" sibTransId="{A8AD8669-D61F-41FD-8701-078AB074DFC7}"/>
    <dgm:cxn modelId="{F8717FDB-9675-4345-AF01-6636F600A830}" type="presOf" srcId="{EC54041D-EA04-4F61-8425-ACA30640C502}" destId="{3EE1DA01-E508-488B-A2B7-17EF1381B5B1}" srcOrd="0" destOrd="0" presId="urn:microsoft.com/office/officeart/2005/8/layout/vProcess5"/>
    <dgm:cxn modelId="{680354F2-C658-4940-83E7-95AAB1680E04}" type="presOf" srcId="{DEFE90E0-E9D9-468C-8BA0-207D32ED87DD}" destId="{1093A6F8-4B6A-487E-B978-E0E9D42FADC9}" srcOrd="0" destOrd="0" presId="urn:microsoft.com/office/officeart/2005/8/layout/vProcess5"/>
    <dgm:cxn modelId="{80FC50FA-FE90-476D-816E-CDE29A604410}" type="presOf" srcId="{1B418AF8-0519-4599-92F0-42DF18FFA3FC}" destId="{88AFC986-FFA9-41F5-B957-8EA98964317C}" srcOrd="1" destOrd="0" presId="urn:microsoft.com/office/officeart/2005/8/layout/vProcess5"/>
    <dgm:cxn modelId="{8A0F2A37-BCC0-4284-848E-BA0196827436}" type="presParOf" srcId="{1093A6F8-4B6A-487E-B978-E0E9D42FADC9}" destId="{97200CA2-2313-4F2B-ACBE-3A89BE46A2EB}" srcOrd="0" destOrd="0" presId="urn:microsoft.com/office/officeart/2005/8/layout/vProcess5"/>
    <dgm:cxn modelId="{4BF20C8E-333B-4646-B590-EADDDF4434FD}" type="presParOf" srcId="{1093A6F8-4B6A-487E-B978-E0E9D42FADC9}" destId="{1B590B65-C8C9-441A-969C-D21003777B64}" srcOrd="1" destOrd="0" presId="urn:microsoft.com/office/officeart/2005/8/layout/vProcess5"/>
    <dgm:cxn modelId="{4E2C5FBC-3B53-4419-A56B-2D8259915949}" type="presParOf" srcId="{1093A6F8-4B6A-487E-B978-E0E9D42FADC9}" destId="{8ABEE9C2-5782-4BD8-AFAF-E9FA6248E268}" srcOrd="2" destOrd="0" presId="urn:microsoft.com/office/officeart/2005/8/layout/vProcess5"/>
    <dgm:cxn modelId="{E47CD090-D626-4683-AFBD-58A902174FE3}" type="presParOf" srcId="{1093A6F8-4B6A-487E-B978-E0E9D42FADC9}" destId="{96A6DF29-E7A6-4D66-B110-6A9CFCDC5DDF}" srcOrd="3" destOrd="0" presId="urn:microsoft.com/office/officeart/2005/8/layout/vProcess5"/>
    <dgm:cxn modelId="{CACFF988-B4A7-450D-800A-E1343A2734AF}" type="presParOf" srcId="{1093A6F8-4B6A-487E-B978-E0E9D42FADC9}" destId="{3EE1DA01-E508-488B-A2B7-17EF1381B5B1}" srcOrd="4" destOrd="0" presId="urn:microsoft.com/office/officeart/2005/8/layout/vProcess5"/>
    <dgm:cxn modelId="{BF97038B-E636-437C-9C82-C32A76535A0C}" type="presParOf" srcId="{1093A6F8-4B6A-487E-B978-E0E9D42FADC9}" destId="{21A9CE28-5885-4E78-94CA-2FB4F1A5C28A}" srcOrd="5" destOrd="0" presId="urn:microsoft.com/office/officeart/2005/8/layout/vProcess5"/>
    <dgm:cxn modelId="{27672F2B-1235-496D-95DA-5E77BC94CC89}" type="presParOf" srcId="{1093A6F8-4B6A-487E-B978-E0E9D42FADC9}" destId="{0E65FC7B-9A39-4E03-B919-DB1AA40F5106}" srcOrd="6" destOrd="0" presId="urn:microsoft.com/office/officeart/2005/8/layout/vProcess5"/>
    <dgm:cxn modelId="{3ABD1BCA-DA46-4AAC-83C4-A0BDF701ED7A}" type="presParOf" srcId="{1093A6F8-4B6A-487E-B978-E0E9D42FADC9}" destId="{6EABC6D8-725C-49BE-86BB-1588DF4AD9FF}" srcOrd="7" destOrd="0" presId="urn:microsoft.com/office/officeart/2005/8/layout/vProcess5"/>
    <dgm:cxn modelId="{5E0ED746-E300-4993-B196-8DA9C5EBDA66}" type="presParOf" srcId="{1093A6F8-4B6A-487E-B978-E0E9D42FADC9}" destId="{88AFC986-FFA9-41F5-B957-8EA98964317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03FC5D-A413-4826-820B-5815CC00A1B3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06680" rIns="213360" bIns="106680" numCol="1" spcCol="1270" anchor="ctr" anchorCtr="0">
          <a:noAutofit/>
        </a:bodyPr>
        <a:lstStyle/>
        <a:p>
          <a:pPr marL="285750" lvl="1" indent="-285750" algn="l" defTabSz="2489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600" kern="1200"/>
            <a:t>Unit details</a:t>
          </a:r>
        </a:p>
      </dsp:txBody>
      <dsp:txXfrm rot="-5400000">
        <a:off x="3785616" y="197117"/>
        <a:ext cx="6675221" cy="1012303"/>
      </dsp:txXfrm>
    </dsp:sp>
    <dsp:sp modelId="{334D8514-1787-458A-A6F0-016CC9EA305B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Unit definition</a:t>
          </a:r>
        </a:p>
      </dsp:txBody>
      <dsp:txXfrm>
        <a:off x="68454" y="70578"/>
        <a:ext cx="3648708" cy="1265378"/>
      </dsp:txXfrm>
    </dsp:sp>
    <dsp:sp modelId="{EDB97782-AFD5-44A6-A377-D226249DF101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06680" rIns="213360" bIns="106680" numCol="1" spcCol="1270" anchor="ctr" anchorCtr="0">
          <a:noAutofit/>
        </a:bodyPr>
        <a:lstStyle/>
        <a:p>
          <a:pPr marL="285750" lvl="1" indent="-285750" algn="l" defTabSz="2489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600" kern="1200"/>
            <a:t>UI hand visuals</a:t>
          </a:r>
        </a:p>
      </dsp:txBody>
      <dsp:txXfrm rot="-5400000">
        <a:off x="3785616" y="1669517"/>
        <a:ext cx="6675221" cy="1012303"/>
      </dsp:txXfrm>
    </dsp:sp>
    <dsp:sp modelId="{0E6351DC-544C-4F95-8FC6-D23F75D3A076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UI Knapp</a:t>
          </a:r>
        </a:p>
      </dsp:txBody>
      <dsp:txXfrm>
        <a:off x="68454" y="1542979"/>
        <a:ext cx="3648708" cy="1265378"/>
      </dsp:txXfrm>
    </dsp:sp>
    <dsp:sp modelId="{E1A6E10F-42C2-438B-9781-3452889F0CD2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106680" rIns="213360" bIns="106680" numCol="1" spcCol="1270" anchor="ctr" anchorCtr="0">
          <a:noAutofit/>
        </a:bodyPr>
        <a:lstStyle/>
        <a:p>
          <a:pPr marL="285750" lvl="1" indent="-285750" algn="l" defTabSz="2489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600" kern="1200"/>
            <a:t>Unit model</a:t>
          </a:r>
        </a:p>
      </dsp:txBody>
      <dsp:txXfrm rot="-5400000">
        <a:off x="3785616" y="3141918"/>
        <a:ext cx="6675221" cy="1012303"/>
      </dsp:txXfrm>
    </dsp:sp>
    <dsp:sp modelId="{A88D48A3-AA50-4344-B9E4-53A2DDC08185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Unit Prefab</a:t>
          </a:r>
        </a:p>
      </dsp:txBody>
      <dsp:txXfrm>
        <a:off x="68454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90B65-C8C9-441A-969C-D21003777B64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UI Button Prefab </a:t>
          </a:r>
          <a:r>
            <a:rPr lang="en-US" sz="3400" kern="1200" dirty="0" err="1"/>
            <a:t>interageras</a:t>
          </a:r>
          <a:r>
            <a:rPr lang="en-US" sz="3400" kern="1200" dirty="0"/>
            <a:t> med under </a:t>
          </a:r>
          <a:r>
            <a:rPr lang="en-US" sz="3400" kern="1200" dirty="0" err="1"/>
            <a:t>spelets</a:t>
          </a:r>
          <a:r>
            <a:rPr lang="en-US" sz="3400" kern="1200" dirty="0"/>
            <a:t> </a:t>
          </a:r>
          <a:r>
            <a:rPr lang="en-US" sz="3400" kern="1200" dirty="0" err="1"/>
            <a:t>gång</a:t>
          </a:r>
          <a:endParaRPr lang="en-US" sz="3400" kern="1200" dirty="0"/>
        </a:p>
      </dsp:txBody>
      <dsp:txXfrm>
        <a:off x="38234" y="38234"/>
        <a:ext cx="7529629" cy="1228933"/>
      </dsp:txXfrm>
    </dsp:sp>
    <dsp:sp modelId="{8ABEE9C2-5782-4BD8-AFAF-E9FA6248E268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Unit Definition refereras och säger vilken prefab som spawnas</a:t>
          </a:r>
        </a:p>
      </dsp:txBody>
      <dsp:txXfrm>
        <a:off x="826903" y="1561202"/>
        <a:ext cx="7224611" cy="1228933"/>
      </dsp:txXfrm>
    </dsp:sp>
    <dsp:sp modelId="{96A6DF29-E7A6-4D66-B110-6A9CFCDC5DDF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Unit Prefab Spawnas där den blivit tillsagd</a:t>
          </a:r>
        </a:p>
      </dsp:txBody>
      <dsp:txXfrm>
        <a:off x="1615573" y="3084170"/>
        <a:ext cx="7224611" cy="1228933"/>
      </dsp:txXfrm>
    </dsp:sp>
    <dsp:sp modelId="{3EE1DA01-E508-488B-A2B7-17EF1381B5B1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21A9CE28-5885-4E78-94CA-2FB4F1A5C28A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C90A4C5-329D-9C6D-B168-E937551728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B3117A65-704B-6828-A350-8F7623724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B70DBA7B-F21D-4B4B-72F8-526BCF02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2DD0662-22D2-6035-541D-1C4B26208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E22B6C3-A840-EADF-C949-86F886E0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3191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6E11E9E-7FB0-B2CE-8B71-F039AD66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0B3C5ED-49F0-365E-97DC-F31A826F1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C8F7C52-C420-3816-0048-BE930421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9147F4F-00BD-D4A3-BF1D-2F5B9A86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73E1267-B01E-C313-A6C7-44F2A6AC9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2120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F40896B-8E57-10E1-8CB0-DCF22C00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0A247DB4-A049-C702-80B0-EFE74E7BC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DC0E180-23A0-ED5D-7535-D89A46C7C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C0CCB72-831A-63B8-FAF5-3D26EFDD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BB46A3D-19F2-D6B6-6625-9A2E58A9B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4951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2789EE4-561B-C541-68B6-D0F913B4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A95B5EF-014B-B1EC-5674-C74B13325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61603E9-4038-3C8F-04EC-30728A8A1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1A2E86D-6FA6-8563-913D-30C21825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A3223C58-F18D-F490-DB19-BF428853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893DF19F-2EFA-C882-EBF8-AAC08150F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23176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C75A2BB-2080-F057-6433-B2F69005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100723F2-09DE-4B2A-000C-B0039A494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16D08378-9354-1DB4-9468-A8D384AFC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3576C82F-7528-E399-ED4B-30E4C5470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3A7C1CB0-FD1A-CAD6-4C10-982DEA0C64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99A6F346-C988-71CC-E02C-6E7DE217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D209F27A-CBFA-BBB3-78A3-B79F473C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6251204D-8E9A-63F3-B9B5-018614E1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3847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B9CC179-8A42-3A2B-DB44-237AFE892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7C21DE2F-636D-087C-724B-7BD8729F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113B8ED-A8C3-360F-2A21-8C80A8F2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4D95A74-59CE-6616-EDE6-54761DA3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954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C72C035C-5D0E-120B-8CFB-112D5207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D2F97F1B-22C0-F1EE-B229-65E393CF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C4766385-B9DD-E174-CAC1-F2503B1C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919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5F2CE69-4563-55F1-4B7B-0988572A9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95876BA-FF34-C9F1-87A4-AF26873EF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B26F43B-52D0-21E1-05D8-A5406F0EA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32C8DAE-EEA6-AA12-D086-631ACCB5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B7E69387-0B99-6089-8328-5A1087CF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0D77629E-6EA6-3888-DDFC-588FEE9E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1101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9E23A19-4564-D4D8-CF80-3C649A74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8513EBE8-4C5B-747A-27C4-336226202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A57FEBEC-1276-1D42-4DF0-3E70CCB04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BE03EA2E-D125-B0DC-FC8B-36D0FF29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9B13D015-6323-12EA-D8D5-4068EBF3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EA2093E8-A63F-2DEE-2EFD-459A3FA2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0519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AFCBD35-EAA7-B05B-9886-EE982756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7CEBCAE3-D15B-E3D7-9DE6-DF88FBD23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204DBB5-27A2-29A8-C9B8-B51A77BEF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12F7EF5-3305-64E9-E733-0E782076C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ED18511-DB5B-3D8E-58CF-1E86486A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7734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F7E41DF0-8AA9-AAA5-115C-545E320677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F29951AB-E0E4-FEF9-B399-32FB313D7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03515DA-4917-D5BB-B675-010F5EF4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89C97D9-85C3-74B5-3D81-BEA5C759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B1CF6EE-02ED-381C-14D5-05BDC1FC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660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7EE3480-20B8-CF70-997A-19F4256B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6ECBB7B-9487-8997-0957-B5161EA8A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7D6ADD5C-4E6A-2544-DAFD-5F8F718D8A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88A6F-FA6A-4228-B280-881FCD7B9AA7}" type="datetimeFigureOut">
              <a:rPr lang="sv-SE" smtClean="0"/>
              <a:t>2026-07-18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C91638F-ECA9-CE63-62D9-DEA9B439C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E53F0EF-FAE6-8FFF-4F42-A23A5362B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3EA6C-5073-4407-A8B7-8664637C2F3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83588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158689D-0947-714C-B7DC-04F6CB0BC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Pontus Unit Builder</a:t>
            </a:r>
            <a:endParaRPr lang="sv-SE" sz="4800">
              <a:solidFill>
                <a:srgbClr val="FFFFFF"/>
              </a:solidFill>
            </a:endParaRP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29A4E227-E2CD-ABA5-B9E6-AA194B9E3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sv-SE" dirty="0"/>
              <a:t>Mest för Fabian</a:t>
            </a:r>
          </a:p>
        </p:txBody>
      </p:sp>
    </p:spTree>
    <p:extLst>
      <p:ext uri="{BB962C8B-B14F-4D97-AF65-F5344CB8AC3E}">
        <p14:creationId xmlns:p14="http://schemas.microsoft.com/office/powerpoint/2010/main" val="228405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2B65AF7-8A31-11F8-1616-11B5631875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5287" b="44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E72AB9B4-6B5C-8E61-7EAC-280A4FA14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En unit behöver 3 grejer</a:t>
            </a:r>
          </a:p>
        </p:txBody>
      </p:sp>
      <p:graphicFrame>
        <p:nvGraphicFramePr>
          <p:cNvPr id="28" name="TextBox 11">
            <a:extLst>
              <a:ext uri="{FF2B5EF4-FFF2-40B4-BE49-F238E27FC236}">
                <a16:creationId xmlns:a16="http://schemas.microsoft.com/office/drawing/2014/main" id="{CB0BDA97-2258-3CAD-A6BB-0DC604C747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74834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8312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BD47063-DEBF-3B9F-9663-450A1A9ED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716" y="499397"/>
            <a:ext cx="5929422" cy="1640180"/>
          </a:xfrm>
        </p:spPr>
        <p:txBody>
          <a:bodyPr anchor="b">
            <a:normAutofit/>
          </a:bodyPr>
          <a:lstStyle/>
          <a:p>
            <a:r>
              <a:rPr lang="en-US" sz="4000" dirty="0"/>
              <a:t>Unit Definition </a:t>
            </a:r>
            <a:r>
              <a:rPr lang="en-US" sz="2800" dirty="0"/>
              <a:t>–</a:t>
            </a:r>
            <a:r>
              <a:rPr lang="en-US" sz="4000" dirty="0"/>
              <a:t> </a:t>
            </a:r>
            <a:r>
              <a:rPr lang="en-US" sz="2800" dirty="0"/>
              <a:t>Unit Details</a:t>
            </a:r>
            <a:endParaRPr lang="sv-SE" sz="28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3E2D60A-07D6-4158-5D3D-D4C7BA3BB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717" y="2423821"/>
            <a:ext cx="5929422" cy="3519780"/>
          </a:xfrm>
        </p:spPr>
        <p:txBody>
          <a:bodyPr>
            <a:normAutofit/>
          </a:bodyPr>
          <a:lstStyle/>
          <a:p>
            <a:r>
              <a:rPr lang="en-US" sz="2000" dirty="0"/>
              <a:t>En unit definition </a:t>
            </a:r>
            <a:r>
              <a:rPr lang="en-US" sz="2000" dirty="0" err="1"/>
              <a:t>definerar</a:t>
            </a:r>
            <a:r>
              <a:rPr lang="en-US" sz="2000" dirty="0"/>
              <a:t> </a:t>
            </a:r>
            <a:r>
              <a:rPr lang="en-US" sz="2000" dirty="0" err="1"/>
              <a:t>vad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unit är</a:t>
            </a:r>
          </a:p>
          <a:p>
            <a:r>
              <a:rPr lang="en-US" sz="2000" dirty="0" err="1"/>
              <a:t>Här</a:t>
            </a:r>
            <a:r>
              <a:rPr lang="en-US" sz="2000" dirty="0"/>
              <a:t> </a:t>
            </a:r>
            <a:r>
              <a:rPr lang="en-US" sz="2000" dirty="0" err="1"/>
              <a:t>skrivs</a:t>
            </a:r>
            <a:r>
              <a:rPr lang="en-US" sz="2000" dirty="0"/>
              <a:t> all relevant data in</a:t>
            </a:r>
          </a:p>
          <a:p>
            <a:r>
              <a:rPr lang="en-US" sz="2000" dirty="0"/>
              <a:t>Triangle footprints </a:t>
            </a:r>
            <a:r>
              <a:rPr lang="en-US" sz="2000" dirty="0" err="1"/>
              <a:t>skapas</a:t>
            </a:r>
            <a:r>
              <a:rPr lang="en-US" sz="2000" dirty="0"/>
              <a:t> via </a:t>
            </a:r>
            <a:r>
              <a:rPr lang="en-US" sz="2000" dirty="0" err="1"/>
              <a:t>scenen</a:t>
            </a:r>
            <a:r>
              <a:rPr lang="en-US" sz="2000" dirty="0"/>
              <a:t> </a:t>
            </a:r>
            <a:r>
              <a:rPr lang="en-US" sz="2000" b="1" dirty="0"/>
              <a:t>Unit Builder</a:t>
            </a:r>
          </a:p>
          <a:p>
            <a:r>
              <a:rPr lang="en-US" sz="2000" dirty="0"/>
              <a:t>Relevant för </a:t>
            </a:r>
            <a:r>
              <a:rPr lang="en-US" sz="2000" b="1" dirty="0" err="1"/>
              <a:t>båda</a:t>
            </a:r>
            <a:r>
              <a:rPr lang="en-US" sz="2000" b="1" dirty="0"/>
              <a:t> </a:t>
            </a:r>
            <a:r>
              <a:rPr lang="en-US" sz="2000" b="1" dirty="0" err="1"/>
              <a:t>scenerna</a:t>
            </a:r>
            <a:endParaRPr lang="sv-SE" sz="2000" b="1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D27E6685-44E5-B95A-4981-C401214FD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5506" y="1449291"/>
            <a:ext cx="3765176" cy="385184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1707E60-CEC9-4661-AA82-69242EB4B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035CD8-AE30-4146-96F2-036B0CE5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72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3C31A-A159-3EA4-60F6-64D469E92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53359A3-9086-005E-FB03-1D9845DB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275" y="457201"/>
            <a:ext cx="6775151" cy="1556870"/>
          </a:xfrm>
        </p:spPr>
        <p:txBody>
          <a:bodyPr anchor="b">
            <a:normAutofit/>
          </a:bodyPr>
          <a:lstStyle/>
          <a:p>
            <a:r>
              <a:rPr lang="en-US" sz="4000" dirty="0"/>
              <a:t> UI </a:t>
            </a:r>
            <a:r>
              <a:rPr lang="en-US" sz="4000" dirty="0" err="1"/>
              <a:t>knapp</a:t>
            </a:r>
            <a:r>
              <a:rPr lang="en-US" sz="4000" dirty="0"/>
              <a:t> </a:t>
            </a:r>
            <a:r>
              <a:rPr lang="en-US" sz="2800" dirty="0"/>
              <a:t>–</a:t>
            </a:r>
            <a:r>
              <a:rPr lang="en-US" sz="4000" dirty="0"/>
              <a:t> </a:t>
            </a:r>
            <a:r>
              <a:rPr lang="en-US" sz="2800" dirty="0"/>
              <a:t>UI unit card in hand</a:t>
            </a:r>
            <a:endParaRPr lang="sv-SE" sz="40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E6D2E16-7485-BE2F-B8AB-DA2ADECE9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en-US" sz="2000" dirty="0"/>
              <a:t>Det </a:t>
            </a:r>
            <a:r>
              <a:rPr lang="en-US" sz="2000" dirty="0" err="1"/>
              <a:t>här</a:t>
            </a:r>
            <a:r>
              <a:rPr lang="en-US" sz="2000" dirty="0"/>
              <a:t> är </a:t>
            </a:r>
            <a:r>
              <a:rPr lang="en-US" sz="2000" dirty="0" err="1"/>
              <a:t>vad</a:t>
            </a:r>
            <a:r>
              <a:rPr lang="en-US" sz="2000" dirty="0"/>
              <a:t> </a:t>
            </a:r>
            <a:r>
              <a:rPr lang="en-US" sz="2000" dirty="0" err="1"/>
              <a:t>spelaren</a:t>
            </a:r>
            <a:r>
              <a:rPr lang="en-US" sz="2000" dirty="0"/>
              <a:t> </a:t>
            </a:r>
            <a:r>
              <a:rPr lang="en-US" sz="2000" dirty="0" err="1"/>
              <a:t>kommer</a:t>
            </a:r>
            <a:r>
              <a:rPr lang="en-US" sz="2000" dirty="0"/>
              <a:t> se</a:t>
            </a:r>
          </a:p>
          <a:p>
            <a:r>
              <a:rPr lang="en-US" sz="2000" dirty="0"/>
              <a:t>I </a:t>
            </a:r>
            <a:r>
              <a:rPr lang="en-US" sz="2000" dirty="0" err="1"/>
              <a:t>framtiden</a:t>
            </a:r>
            <a:r>
              <a:rPr lang="en-US" sz="2000" dirty="0"/>
              <a:t> är det </a:t>
            </a:r>
            <a:r>
              <a:rPr lang="en-US" sz="2000" dirty="0" err="1"/>
              <a:t>här</a:t>
            </a:r>
            <a:r>
              <a:rPr lang="en-US" sz="2000" dirty="0"/>
              <a:t> Korten I </a:t>
            </a:r>
            <a:r>
              <a:rPr lang="en-US" sz="2000" dirty="0" err="1"/>
              <a:t>handen</a:t>
            </a:r>
            <a:endParaRPr lang="en-US" sz="2000" dirty="0"/>
          </a:p>
          <a:p>
            <a:r>
              <a:rPr lang="en-US" sz="2000" dirty="0"/>
              <a:t>Denna component </a:t>
            </a:r>
            <a:r>
              <a:rPr lang="en-US" sz="2000" dirty="0" err="1"/>
              <a:t>fyller</a:t>
            </a:r>
            <a:r>
              <a:rPr lang="en-US" sz="2000" dirty="0"/>
              <a:t> I all information </a:t>
            </a:r>
            <a:r>
              <a:rPr lang="en-US" sz="2000" dirty="0" err="1"/>
              <a:t>själv</a:t>
            </a:r>
            <a:r>
              <a:rPr lang="en-US" sz="2000" dirty="0"/>
              <a:t> </a:t>
            </a:r>
            <a:r>
              <a:rPr lang="en-US" sz="2000" b="1" dirty="0" err="1"/>
              <a:t>så</a:t>
            </a:r>
            <a:r>
              <a:rPr lang="en-US" sz="2000" b="1" dirty="0"/>
              <a:t> </a:t>
            </a:r>
            <a:r>
              <a:rPr lang="en-US" sz="2000" b="1" dirty="0" err="1"/>
              <a:t>länge</a:t>
            </a:r>
            <a:r>
              <a:rPr lang="en-US" sz="2000" b="1" dirty="0"/>
              <a:t> den </a:t>
            </a:r>
            <a:r>
              <a:rPr lang="en-US" sz="2000" b="1" dirty="0" err="1"/>
              <a:t>får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b="1" dirty="0"/>
              <a:t>Unit Definition </a:t>
            </a:r>
            <a:r>
              <a:rPr lang="en-US" sz="2000" dirty="0" err="1"/>
              <a:t>instoppad</a:t>
            </a:r>
            <a:r>
              <a:rPr lang="en-US" sz="2000" dirty="0"/>
              <a:t> med all info</a:t>
            </a:r>
          </a:p>
          <a:p>
            <a:r>
              <a:rPr lang="en-US" sz="2000" dirty="0" err="1"/>
              <a:t>Så</a:t>
            </a:r>
            <a:r>
              <a:rPr lang="en-US" sz="2000" dirty="0"/>
              <a:t> </a:t>
            </a:r>
            <a:r>
              <a:rPr lang="en-US" sz="2000" dirty="0" err="1"/>
              <a:t>allt</a:t>
            </a:r>
            <a:r>
              <a:rPr lang="en-US" sz="2000" dirty="0"/>
              <a:t> du ska </a:t>
            </a:r>
            <a:r>
              <a:rPr lang="en-US" sz="2000" dirty="0" err="1"/>
              <a:t>göra</a:t>
            </a:r>
            <a:r>
              <a:rPr lang="en-US" sz="2000" dirty="0"/>
              <a:t> </a:t>
            </a:r>
            <a:r>
              <a:rPr lang="en-US" sz="2000" dirty="0" err="1"/>
              <a:t>är</a:t>
            </a:r>
            <a:r>
              <a:rPr lang="en-US" sz="2000" dirty="0"/>
              <a:t> </a:t>
            </a:r>
            <a:r>
              <a:rPr lang="en-US" sz="2000" dirty="0" err="1"/>
              <a:t>att</a:t>
            </a:r>
            <a:r>
              <a:rPr lang="en-US" sz="2000" dirty="0"/>
              <a:t> drag &amp; drop Unit Definition</a:t>
            </a:r>
          </a:p>
          <a:p>
            <a:r>
              <a:rPr lang="en-US" sz="2000" dirty="0"/>
              <a:t>Detta </a:t>
            </a:r>
            <a:r>
              <a:rPr lang="en-US" sz="2000" dirty="0" err="1"/>
              <a:t>hanteras</a:t>
            </a:r>
            <a:r>
              <a:rPr lang="en-US" sz="2000" dirty="0"/>
              <a:t> I </a:t>
            </a:r>
            <a:r>
              <a:rPr lang="en-US" sz="2000" b="1" dirty="0"/>
              <a:t>Triangle Grid </a:t>
            </a:r>
            <a:r>
              <a:rPr lang="en-US" sz="2000" b="1" dirty="0" err="1"/>
              <a:t>scenen</a:t>
            </a:r>
            <a:endParaRPr lang="sv-SE" sz="2000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D67B6ABF-1125-A07E-FD7D-307825245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883" y="3985032"/>
            <a:ext cx="3712869" cy="1233470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457FE10A-0FCF-470C-45EE-9A49F9661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875" y="776009"/>
            <a:ext cx="3398883" cy="224326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42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2BB69-C544-B326-81CF-7FFA5CA0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C9EB1EAB-DF0B-DEBD-2A95-782D6EC8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anchor="b">
            <a:normAutofit/>
          </a:bodyPr>
          <a:lstStyle/>
          <a:p>
            <a:r>
              <a:rPr lang="en-US" sz="4000" dirty="0"/>
              <a:t>Unit Prefab </a:t>
            </a:r>
            <a:r>
              <a:rPr lang="en-US" sz="2800" dirty="0"/>
              <a:t>–</a:t>
            </a:r>
            <a:r>
              <a:rPr lang="en-US" sz="4000" dirty="0"/>
              <a:t> </a:t>
            </a:r>
            <a:r>
              <a:rPr lang="en-US" sz="2800" dirty="0"/>
              <a:t> Model / Visuals</a:t>
            </a:r>
            <a:endParaRPr lang="sv-SE" sz="28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C8A01D7-B240-AC5A-74CD-920207293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en-US" sz="2000" dirty="0"/>
              <a:t>En unit prefab är </a:t>
            </a:r>
            <a:r>
              <a:rPr lang="en-US" sz="2000" dirty="0" err="1"/>
              <a:t>vad</a:t>
            </a:r>
            <a:r>
              <a:rPr lang="en-US" sz="2000" dirty="0"/>
              <a:t> </a:t>
            </a:r>
            <a:r>
              <a:rPr lang="en-US" sz="2000" dirty="0" err="1"/>
              <a:t>som</a:t>
            </a:r>
            <a:r>
              <a:rPr lang="en-US" sz="2000" dirty="0"/>
              <a:t> </a:t>
            </a:r>
            <a:r>
              <a:rPr lang="en-US" sz="2000" dirty="0" err="1"/>
              <a:t>spawnas</a:t>
            </a:r>
            <a:endParaRPr lang="en-US" sz="2000" dirty="0"/>
          </a:p>
          <a:p>
            <a:r>
              <a:rPr lang="en-US" sz="2000" dirty="0"/>
              <a:t>Detta </a:t>
            </a:r>
            <a:r>
              <a:rPr lang="en-US" sz="2000" dirty="0" err="1"/>
              <a:t>är</a:t>
            </a:r>
            <a:r>
              <a:rPr lang="en-US" sz="2000" dirty="0"/>
              <a:t> den </a:t>
            </a:r>
            <a:r>
              <a:rPr lang="en-US" sz="2000" dirty="0" err="1"/>
              <a:t>visuella</a:t>
            </a:r>
            <a:r>
              <a:rPr lang="en-US" sz="2000" dirty="0"/>
              <a:t> </a:t>
            </a:r>
            <a:r>
              <a:rPr lang="en-US" sz="2000" dirty="0" err="1"/>
              <a:t>komponenten</a:t>
            </a:r>
            <a:r>
              <a:rPr lang="en-US" sz="2000" dirty="0"/>
              <a:t> </a:t>
            </a:r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brädet</a:t>
            </a:r>
            <a:r>
              <a:rPr lang="en-US" sz="2000" dirty="0"/>
              <a:t> (</a:t>
            </a:r>
            <a:r>
              <a:rPr lang="en-US" sz="2000" dirty="0" err="1"/>
              <a:t>nuvarade</a:t>
            </a:r>
            <a:r>
              <a:rPr lang="en-US" sz="2000" dirty="0"/>
              <a:t> sprite)</a:t>
            </a:r>
          </a:p>
          <a:p>
            <a:r>
              <a:rPr lang="en-US" sz="2000" b="1" dirty="0"/>
              <a:t>Denna </a:t>
            </a:r>
            <a:r>
              <a:rPr lang="en-US" sz="2000" b="1" dirty="0" err="1"/>
              <a:t>skapas</a:t>
            </a:r>
            <a:r>
              <a:rPr lang="en-US" sz="2000" b="1" dirty="0"/>
              <a:t> av sig </a:t>
            </a:r>
            <a:r>
              <a:rPr lang="en-US" sz="2000" b="1" dirty="0" err="1"/>
              <a:t>själv</a:t>
            </a:r>
            <a:endParaRPr lang="sv-SE" sz="2000" b="1" dirty="0"/>
          </a:p>
        </p:txBody>
      </p:sp>
      <p:pic>
        <p:nvPicPr>
          <p:cNvPr id="7" name="Platshållare för innehåll 8">
            <a:extLst>
              <a:ext uri="{FF2B5EF4-FFF2-40B4-BE49-F238E27FC236}">
                <a16:creationId xmlns:a16="http://schemas.microsoft.com/office/drawing/2014/main" id="{A9C7D9F7-2ABC-9778-36DA-0A3183C2A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9766" y="897326"/>
            <a:ext cx="3712869" cy="2014230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64781122-F1E6-BA55-92C2-388C2AFF3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539" y="3375824"/>
            <a:ext cx="2694610" cy="224326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69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F521FC-D2E9-1001-B60E-AF4D7DF365B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9125" r="9091" b="42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33EF40A-278F-8936-E545-45DFEA1B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Hur det hänger ihop</a:t>
            </a:r>
            <a:endParaRPr lang="sv-SE" dirty="0"/>
          </a:p>
        </p:txBody>
      </p:sp>
      <p:cxnSp>
        <p:nvCxnSpPr>
          <p:cNvPr id="4" name="Rak pilkoppling 3">
            <a:extLst>
              <a:ext uri="{FF2B5EF4-FFF2-40B4-BE49-F238E27FC236}">
                <a16:creationId xmlns:a16="http://schemas.microsoft.com/office/drawing/2014/main" id="{F5054B59-3A17-F321-29C3-E6F5D1CACAB3}"/>
              </a:ext>
            </a:extLst>
          </p:cNvPr>
          <p:cNvCxnSpPr>
            <a:cxnSpLocks/>
          </p:cNvCxnSpPr>
          <p:nvPr/>
        </p:nvCxnSpPr>
        <p:spPr>
          <a:xfrm flipV="1">
            <a:off x="3913632" y="5029200"/>
            <a:ext cx="768096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ak pilkoppling 7">
            <a:extLst>
              <a:ext uri="{FF2B5EF4-FFF2-40B4-BE49-F238E27FC236}">
                <a16:creationId xmlns:a16="http://schemas.microsoft.com/office/drawing/2014/main" id="{1038750E-DEFA-8C15-DBE3-E7098CEA76CC}"/>
              </a:ext>
            </a:extLst>
          </p:cNvPr>
          <p:cNvCxnSpPr>
            <a:cxnSpLocks/>
          </p:cNvCxnSpPr>
          <p:nvPr/>
        </p:nvCxnSpPr>
        <p:spPr>
          <a:xfrm flipV="1">
            <a:off x="7677912" y="4864608"/>
            <a:ext cx="768096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F3CAB426-E062-0710-249A-F138C19112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21298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1993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1215168-5831-8FDC-1F8B-8AB097F15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6350638" cy="1556870"/>
          </a:xfrm>
        </p:spPr>
        <p:txBody>
          <a:bodyPr anchor="b">
            <a:normAutofit/>
          </a:bodyPr>
          <a:lstStyle/>
          <a:p>
            <a:r>
              <a:rPr lang="en-US" sz="4000" dirty="0"/>
              <a:t>Unit Builder </a:t>
            </a:r>
            <a:r>
              <a:rPr lang="en-US" sz="2800" dirty="0"/>
              <a:t>–</a:t>
            </a:r>
            <a:r>
              <a:rPr lang="en-US" sz="4000" dirty="0"/>
              <a:t> </a:t>
            </a:r>
            <a:r>
              <a:rPr lang="en-US" sz="2800" dirty="0" err="1"/>
              <a:t>skapa</a:t>
            </a:r>
            <a:r>
              <a:rPr lang="en-US" sz="2800" dirty="0"/>
              <a:t> unit former</a:t>
            </a:r>
            <a:endParaRPr lang="sv-SE" sz="28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F057F96-EBDE-9876-1707-D7D9DBD0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6" y="2277036"/>
            <a:ext cx="5814239" cy="3461155"/>
          </a:xfrm>
        </p:spPr>
        <p:txBody>
          <a:bodyPr>
            <a:normAutofit/>
          </a:bodyPr>
          <a:lstStyle/>
          <a:p>
            <a:r>
              <a:rPr lang="en-US" sz="2000" dirty="0"/>
              <a:t>I unit builder är det </a:t>
            </a:r>
            <a:r>
              <a:rPr lang="en-US" sz="2000" dirty="0" err="1"/>
              <a:t>viktigt</a:t>
            </a:r>
            <a:r>
              <a:rPr lang="en-US" sz="2000" dirty="0"/>
              <a:t> </a:t>
            </a:r>
            <a:r>
              <a:rPr lang="en-US" sz="2000" dirty="0" err="1"/>
              <a:t>att</a:t>
            </a:r>
            <a:r>
              <a:rPr lang="en-US" sz="2000" dirty="0"/>
              <a:t> man </a:t>
            </a:r>
            <a:r>
              <a:rPr lang="en-US" sz="2000" dirty="0" err="1"/>
              <a:t>stoppar</a:t>
            </a:r>
            <a:r>
              <a:rPr lang="en-US" sz="2000" dirty="0"/>
              <a:t> in den </a:t>
            </a:r>
            <a:r>
              <a:rPr lang="en-US" sz="2000" b="1" dirty="0"/>
              <a:t>Unit Definition </a:t>
            </a:r>
            <a:r>
              <a:rPr lang="en-US" sz="2000" dirty="0"/>
              <a:t>man </a:t>
            </a:r>
            <a:r>
              <a:rPr lang="en-US" sz="2000" dirty="0" err="1"/>
              <a:t>vill</a:t>
            </a:r>
            <a:r>
              <a:rPr lang="en-US" sz="2000" dirty="0"/>
              <a:t> </a:t>
            </a:r>
            <a:r>
              <a:rPr lang="en-US" sz="2000" dirty="0" err="1"/>
              <a:t>ändra</a:t>
            </a:r>
            <a:endParaRPr lang="en-US" sz="2000" dirty="0"/>
          </a:p>
          <a:p>
            <a:r>
              <a:rPr lang="en-US" sz="2000" dirty="0"/>
              <a:t>På </a:t>
            </a:r>
            <a:r>
              <a:rPr lang="en-US" sz="2000" dirty="0" err="1"/>
              <a:t>toppen</a:t>
            </a:r>
            <a:r>
              <a:rPr lang="en-US" sz="2000" dirty="0"/>
              <a:t> </a:t>
            </a:r>
            <a:r>
              <a:rPr lang="en-US" sz="2000" dirty="0" err="1"/>
              <a:t>finns</a:t>
            </a:r>
            <a:r>
              <a:rPr lang="en-US" sz="2000" dirty="0"/>
              <a:t> </a:t>
            </a:r>
            <a:r>
              <a:rPr lang="en-US" sz="2000" dirty="0" err="1"/>
              <a:t>inställningar</a:t>
            </a:r>
            <a:r>
              <a:rPr lang="en-US" sz="2000" dirty="0"/>
              <a:t> för </a:t>
            </a:r>
            <a:r>
              <a:rPr lang="en-US" sz="2000" dirty="0" err="1"/>
              <a:t>vad</a:t>
            </a:r>
            <a:r>
              <a:rPr lang="en-US" sz="2000" dirty="0"/>
              <a:t> du </a:t>
            </a:r>
            <a:r>
              <a:rPr lang="en-US" sz="2000" dirty="0" err="1"/>
              <a:t>vill</a:t>
            </a:r>
            <a:r>
              <a:rPr lang="en-US" sz="2000" dirty="0"/>
              <a:t> </a:t>
            </a:r>
            <a:r>
              <a:rPr lang="en-US" sz="2000" dirty="0" err="1"/>
              <a:t>ändra</a:t>
            </a:r>
            <a:r>
              <a:rPr lang="en-US" sz="2000" dirty="0"/>
              <a:t>.</a:t>
            </a:r>
          </a:p>
          <a:p>
            <a:r>
              <a:rPr lang="en-US" sz="2000" dirty="0" err="1"/>
              <a:t>Gör</a:t>
            </a:r>
            <a:r>
              <a:rPr lang="en-US" sz="2000" dirty="0"/>
              <a:t> </a:t>
            </a:r>
            <a:r>
              <a:rPr lang="en-US" sz="2000" dirty="0" err="1"/>
              <a:t>både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bas och support area</a:t>
            </a:r>
          </a:p>
          <a:p>
            <a:r>
              <a:rPr lang="en-US" sz="2000" dirty="0" err="1"/>
              <a:t>Viktigt</a:t>
            </a:r>
            <a:r>
              <a:rPr lang="en-US" sz="2000" dirty="0"/>
              <a:t> </a:t>
            </a:r>
            <a:r>
              <a:rPr lang="en-US" sz="2000" dirty="0" err="1"/>
              <a:t>att</a:t>
            </a:r>
            <a:r>
              <a:rPr lang="en-US" sz="2000" dirty="0"/>
              <a:t> Klicka </a:t>
            </a:r>
            <a:r>
              <a:rPr lang="en-US" sz="2000" b="1" dirty="0"/>
              <a:t>Finished</a:t>
            </a:r>
            <a:r>
              <a:rPr lang="en-US" sz="2000" dirty="0"/>
              <a:t> </a:t>
            </a:r>
            <a:r>
              <a:rPr lang="en-US" sz="2000" dirty="0" err="1"/>
              <a:t>när</a:t>
            </a:r>
            <a:r>
              <a:rPr lang="en-US" sz="2000" dirty="0"/>
              <a:t> man </a:t>
            </a:r>
            <a:r>
              <a:rPr lang="en-US" sz="2000" dirty="0" err="1"/>
              <a:t>är</a:t>
            </a:r>
            <a:r>
              <a:rPr lang="en-US" sz="2000" dirty="0"/>
              <a:t> </a:t>
            </a:r>
            <a:r>
              <a:rPr lang="en-US" sz="2000" dirty="0" err="1"/>
              <a:t>klar</a:t>
            </a:r>
            <a:endParaRPr lang="en-US" sz="2000" dirty="0"/>
          </a:p>
          <a:p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botten</a:t>
            </a:r>
            <a:r>
              <a:rPr lang="en-US" sz="2000" dirty="0"/>
              <a:t> </a:t>
            </a:r>
            <a:r>
              <a:rPr lang="en-US" sz="2000" dirty="0" err="1"/>
              <a:t>finns</a:t>
            </a:r>
            <a:r>
              <a:rPr lang="en-US" sz="2000" dirty="0"/>
              <a:t> </a:t>
            </a:r>
            <a:r>
              <a:rPr lang="en-US" sz="2000" dirty="0" err="1"/>
              <a:t>verktyg</a:t>
            </a:r>
            <a:r>
              <a:rPr lang="en-US" sz="2000" dirty="0"/>
              <a:t> för </a:t>
            </a:r>
            <a:r>
              <a:rPr lang="en-US" sz="2000" dirty="0" err="1"/>
              <a:t>att</a:t>
            </a:r>
            <a:r>
              <a:rPr lang="en-US" sz="2000" dirty="0"/>
              <a:t> </a:t>
            </a:r>
            <a:r>
              <a:rPr lang="en-US" sz="2000" dirty="0" err="1"/>
              <a:t>markera</a:t>
            </a:r>
            <a:r>
              <a:rPr lang="en-US" sz="2000" dirty="0"/>
              <a:t> </a:t>
            </a:r>
            <a:r>
              <a:rPr lang="en-US" sz="2000" dirty="0" err="1"/>
              <a:t>trianglar</a:t>
            </a:r>
            <a:endParaRPr lang="en-US" sz="2000" dirty="0"/>
          </a:p>
          <a:p>
            <a:r>
              <a:rPr lang="en-US" sz="2000" dirty="0" err="1"/>
              <a:t>Varje</a:t>
            </a:r>
            <a:r>
              <a:rPr lang="en-US" sz="2000" dirty="0"/>
              <a:t> </a:t>
            </a:r>
            <a:r>
              <a:rPr lang="en-US" sz="2000" dirty="0" err="1"/>
              <a:t>knapp</a:t>
            </a:r>
            <a:r>
              <a:rPr lang="en-US" sz="2000" dirty="0"/>
              <a:t> </a:t>
            </a:r>
            <a:r>
              <a:rPr lang="en-US" sz="2000" dirty="0" err="1"/>
              <a:t>har</a:t>
            </a:r>
            <a:r>
              <a:rPr lang="en-US" sz="2000" dirty="0"/>
              <a:t> </a:t>
            </a:r>
            <a:r>
              <a:rPr lang="en-US" sz="2000" b="1" dirty="0"/>
              <a:t>shortcuts</a:t>
            </a:r>
            <a:endParaRPr lang="sv-SE" sz="2000" b="1" dirty="0"/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326B3ED3-1F5D-9400-942A-CA492B202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635" y="130559"/>
            <a:ext cx="3453364" cy="2210153"/>
          </a:xfrm>
          <a:prstGeom prst="rect">
            <a:avLst/>
          </a:prstGeom>
        </p:spPr>
      </p:pic>
      <p:pic>
        <p:nvPicPr>
          <p:cNvPr id="7" name="Bildobjekt 6">
            <a:extLst>
              <a:ext uri="{FF2B5EF4-FFF2-40B4-BE49-F238E27FC236}">
                <a16:creationId xmlns:a16="http://schemas.microsoft.com/office/drawing/2014/main" id="{5D5703C9-3C8E-0962-05AB-7150612E4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2699168"/>
            <a:ext cx="3944535" cy="36092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7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C2D31-4868-D1DA-9F27-DC7F79D0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6708FAB-3898-47A9-B05A-AB9ECBD9E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1DDEB9B-1FCB-7CA4-28A1-4F349843A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8" y="457201"/>
            <a:ext cx="10117810" cy="1150470"/>
          </a:xfrm>
        </p:spPr>
        <p:txBody>
          <a:bodyPr anchor="b">
            <a:normAutofit/>
          </a:bodyPr>
          <a:lstStyle/>
          <a:p>
            <a:r>
              <a:rPr lang="en-US" sz="4000" dirty="0"/>
              <a:t>Triangle Grid </a:t>
            </a:r>
            <a:r>
              <a:rPr lang="en-US" sz="2800" dirty="0"/>
              <a:t>–</a:t>
            </a:r>
            <a:r>
              <a:rPr lang="en-US" sz="4000" dirty="0"/>
              <a:t> </a:t>
            </a:r>
            <a:r>
              <a:rPr lang="en-US" sz="2800" dirty="0" err="1"/>
              <a:t>Spelkartan</a:t>
            </a:r>
            <a:endParaRPr lang="sv-SE" sz="4000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318F2BA-4C87-538A-FCE4-ABFE13949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286" y="1980775"/>
            <a:ext cx="6001836" cy="3632824"/>
          </a:xfrm>
        </p:spPr>
        <p:txBody>
          <a:bodyPr anchor="t">
            <a:normAutofit/>
          </a:bodyPr>
          <a:lstStyle/>
          <a:p>
            <a:r>
              <a:rPr lang="en-US" sz="2000" dirty="0"/>
              <a:t>Det </a:t>
            </a:r>
            <a:r>
              <a:rPr lang="en-US" sz="2000" dirty="0" err="1"/>
              <a:t>här</a:t>
            </a:r>
            <a:r>
              <a:rPr lang="en-US" sz="2000" dirty="0"/>
              <a:t> är </a:t>
            </a:r>
            <a:r>
              <a:rPr lang="en-US" sz="2000" dirty="0" err="1"/>
              <a:t>scenen</a:t>
            </a:r>
            <a:r>
              <a:rPr lang="en-US" sz="2000" dirty="0"/>
              <a:t> </a:t>
            </a:r>
            <a:r>
              <a:rPr lang="en-US" sz="2000" dirty="0" err="1"/>
              <a:t>där</a:t>
            </a:r>
            <a:r>
              <a:rPr lang="en-US" sz="2000" dirty="0"/>
              <a:t> </a:t>
            </a:r>
            <a:r>
              <a:rPr lang="en-US" sz="2000" dirty="0" err="1"/>
              <a:t>kartan</a:t>
            </a:r>
            <a:r>
              <a:rPr lang="en-US" sz="2000" dirty="0"/>
              <a:t> är </a:t>
            </a:r>
            <a:r>
              <a:rPr lang="en-US" sz="2000" dirty="0" err="1"/>
              <a:t>byggd</a:t>
            </a:r>
            <a:r>
              <a:rPr lang="en-US" sz="2000" dirty="0"/>
              <a:t>.</a:t>
            </a:r>
          </a:p>
          <a:p>
            <a:r>
              <a:rPr lang="en-US" sz="2000" dirty="0"/>
              <a:t>Det </a:t>
            </a:r>
            <a:r>
              <a:rPr lang="en-US" sz="2000" dirty="0" err="1"/>
              <a:t>enda</a:t>
            </a:r>
            <a:r>
              <a:rPr lang="en-US" sz="2000" dirty="0"/>
              <a:t> du </a:t>
            </a:r>
            <a:r>
              <a:rPr lang="en-US" sz="2000" dirty="0" err="1"/>
              <a:t>behöver</a:t>
            </a:r>
            <a:r>
              <a:rPr lang="en-US" sz="2000" dirty="0"/>
              <a:t> göra är </a:t>
            </a:r>
            <a:r>
              <a:rPr lang="en-US" sz="2000" dirty="0" err="1"/>
              <a:t>att</a:t>
            </a:r>
            <a:r>
              <a:rPr lang="en-US" sz="2000" dirty="0"/>
              <a:t> se till </a:t>
            </a:r>
            <a:r>
              <a:rPr lang="en-US" sz="2000" dirty="0" err="1"/>
              <a:t>att</a:t>
            </a:r>
            <a:r>
              <a:rPr lang="en-US" sz="2000" dirty="0"/>
              <a:t> UIn </a:t>
            </a:r>
            <a:r>
              <a:rPr lang="en-US" sz="2000" dirty="0" err="1"/>
              <a:t>har</a:t>
            </a:r>
            <a:r>
              <a:rPr lang="en-US" sz="2000" dirty="0"/>
              <a:t> </a:t>
            </a:r>
            <a:r>
              <a:rPr lang="en-US" sz="2000" dirty="0" err="1"/>
              <a:t>fått</a:t>
            </a:r>
            <a:r>
              <a:rPr lang="en-US" sz="2000" dirty="0"/>
              <a:t> din unit definition.</a:t>
            </a:r>
          </a:p>
          <a:p>
            <a:r>
              <a:rPr lang="en-US" sz="2000" dirty="0" err="1"/>
              <a:t>På</a:t>
            </a:r>
            <a:r>
              <a:rPr lang="en-US" sz="2000" dirty="0"/>
              <a:t> </a:t>
            </a:r>
            <a:r>
              <a:rPr lang="en-US" sz="2000" dirty="0" err="1"/>
              <a:t>bilden</a:t>
            </a:r>
            <a:r>
              <a:rPr lang="en-US" sz="2000" dirty="0"/>
              <a:t> ser du </a:t>
            </a:r>
            <a:r>
              <a:rPr lang="en-US" sz="2000" dirty="0" err="1"/>
              <a:t>hur</a:t>
            </a:r>
            <a:r>
              <a:rPr lang="en-US" sz="2000" dirty="0"/>
              <a:t> du </a:t>
            </a:r>
            <a:r>
              <a:rPr lang="en-US" sz="2000" dirty="0" err="1"/>
              <a:t>hittar</a:t>
            </a:r>
            <a:r>
              <a:rPr lang="en-US" sz="2000" dirty="0"/>
              <a:t> </a:t>
            </a:r>
            <a:r>
              <a:rPr lang="en-US" sz="2000" dirty="0" err="1"/>
              <a:t>dit</a:t>
            </a:r>
            <a:endParaRPr lang="en-US" sz="2000" dirty="0"/>
          </a:p>
          <a:p>
            <a:r>
              <a:rPr lang="en-US" sz="2000" dirty="0" err="1"/>
              <a:t>När</a:t>
            </a:r>
            <a:r>
              <a:rPr lang="en-US" sz="2000" dirty="0"/>
              <a:t> </a:t>
            </a:r>
            <a:r>
              <a:rPr lang="en-US" sz="2000" dirty="0" err="1"/>
              <a:t>scenen</a:t>
            </a:r>
            <a:r>
              <a:rPr lang="en-US" sz="2000" dirty="0"/>
              <a:t> </a:t>
            </a:r>
            <a:r>
              <a:rPr lang="en-US" sz="2000" dirty="0" err="1"/>
              <a:t>körs</a:t>
            </a:r>
            <a:r>
              <a:rPr lang="en-US" sz="2000" dirty="0"/>
              <a:t> </a:t>
            </a:r>
            <a:r>
              <a:rPr lang="en-US" sz="2000" dirty="0" err="1"/>
              <a:t>klickar</a:t>
            </a:r>
            <a:r>
              <a:rPr lang="en-US" sz="2000" dirty="0"/>
              <a:t> du </a:t>
            </a:r>
            <a:r>
              <a:rPr lang="en-US" sz="2000" dirty="0" err="1"/>
              <a:t>på</a:t>
            </a:r>
            <a:r>
              <a:rPr lang="en-US" sz="2000" dirty="0"/>
              <a:t> UIn för </a:t>
            </a:r>
            <a:r>
              <a:rPr lang="en-US" sz="2000" dirty="0" err="1"/>
              <a:t>att</a:t>
            </a:r>
            <a:r>
              <a:rPr lang="en-US" sz="2000" dirty="0"/>
              <a:t> </a:t>
            </a:r>
            <a:r>
              <a:rPr lang="en-US" sz="2000" dirty="0" err="1"/>
              <a:t>välja</a:t>
            </a:r>
            <a:r>
              <a:rPr lang="en-US" sz="2000" dirty="0"/>
              <a:t> units</a:t>
            </a:r>
          </a:p>
          <a:p>
            <a:r>
              <a:rPr lang="en-US" sz="2000" dirty="0" err="1"/>
              <a:t>Använd</a:t>
            </a:r>
            <a:r>
              <a:rPr lang="en-US" sz="2000" dirty="0"/>
              <a:t> </a:t>
            </a:r>
            <a:r>
              <a:rPr lang="en-US" sz="2000" dirty="0" err="1"/>
              <a:t>mus</a:t>
            </a:r>
            <a:r>
              <a:rPr lang="en-US" sz="2000" dirty="0"/>
              <a:t> scroll el 1-6 för </a:t>
            </a:r>
            <a:r>
              <a:rPr lang="en-US" sz="2000" dirty="0" err="1"/>
              <a:t>att</a:t>
            </a:r>
            <a:r>
              <a:rPr lang="en-US" sz="2000" dirty="0"/>
              <a:t>  din unit </a:t>
            </a:r>
            <a:r>
              <a:rPr lang="en-US" sz="2000" dirty="0" err="1"/>
              <a:t>innan</a:t>
            </a:r>
            <a:r>
              <a:rPr lang="en-US" sz="2000" dirty="0"/>
              <a:t> du </a:t>
            </a:r>
            <a:r>
              <a:rPr lang="en-US" sz="2000" dirty="0" err="1"/>
              <a:t>placerar</a:t>
            </a:r>
            <a:endParaRPr lang="sv-SE" sz="2000" dirty="0"/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1009BADF-A522-DEDB-8CAA-28763C9AD9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72" r="38165"/>
          <a:stretch>
            <a:fillRect/>
          </a:stretch>
        </p:blipFill>
        <p:spPr>
          <a:xfrm>
            <a:off x="7646838" y="1980775"/>
            <a:ext cx="3748858" cy="36328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E438CA0-CB4D-4C94-8C39-9C7FC9BBE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2C05E3-84E7-4957-95EF-B471CBF7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4076698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38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291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Office-tema</vt:lpstr>
      <vt:lpstr>Pontus Unit Builder</vt:lpstr>
      <vt:lpstr>En unit behöver 3 grejer</vt:lpstr>
      <vt:lpstr>Unit Definition – Unit Details</vt:lpstr>
      <vt:lpstr> UI knapp – UI unit card in hand</vt:lpstr>
      <vt:lpstr>Unit Prefab –  Model / Visuals</vt:lpstr>
      <vt:lpstr>Hur det hänger ihop</vt:lpstr>
      <vt:lpstr>Unit Builder – skapa unit former</vt:lpstr>
      <vt:lpstr>Triangle Grid – Spelkartan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Pontus Rapp</dc:creator>
  <cp:lastModifiedBy>Fabian Byléhn</cp:lastModifiedBy>
  <cp:revision>5</cp:revision>
  <dcterms:created xsi:type="dcterms:W3CDTF">2026-07-15T20:44:44Z</dcterms:created>
  <dcterms:modified xsi:type="dcterms:W3CDTF">2026-07-18T19:00:59Z</dcterms:modified>
</cp:coreProperties>
</file>