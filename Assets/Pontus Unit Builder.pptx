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78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AF7EC9B-E4BE-42C2-9C54-FE101322F5B6}" type="doc">
      <dgm:prSet loTypeId="urn:microsoft.com/office/officeart/2005/8/layout/hierarchy1" loCatId="hierarchy" qsTypeId="urn:microsoft.com/office/officeart/2005/8/quickstyle/simple5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48BD687-449A-4797-A0D3-7B06551E1ABD}">
      <dgm:prSet/>
      <dgm:spPr/>
      <dgm:t>
        <a:bodyPr/>
        <a:lstStyle/>
        <a:p>
          <a:r>
            <a:rPr lang="en-US"/>
            <a:t>Unit Definition</a:t>
          </a:r>
        </a:p>
      </dgm:t>
    </dgm:pt>
    <dgm:pt modelId="{4605E369-2C5C-495C-9E88-180CC035866E}" type="parTrans" cxnId="{D3898CE0-593A-4FDD-A9E7-133ACECD75A8}">
      <dgm:prSet/>
      <dgm:spPr/>
      <dgm:t>
        <a:bodyPr/>
        <a:lstStyle/>
        <a:p>
          <a:endParaRPr lang="en-US"/>
        </a:p>
      </dgm:t>
    </dgm:pt>
    <dgm:pt modelId="{091D725F-5CCF-4951-B19F-BED51D1125AD}" type="sibTrans" cxnId="{D3898CE0-593A-4FDD-A9E7-133ACECD75A8}">
      <dgm:prSet/>
      <dgm:spPr/>
      <dgm:t>
        <a:bodyPr/>
        <a:lstStyle/>
        <a:p>
          <a:endParaRPr lang="en-US"/>
        </a:p>
      </dgm:t>
    </dgm:pt>
    <dgm:pt modelId="{8BD2D37A-FDA6-4D11-8724-EC25935A0CE0}">
      <dgm:prSet/>
      <dgm:spPr/>
      <dgm:t>
        <a:bodyPr/>
        <a:lstStyle/>
        <a:p>
          <a:r>
            <a:rPr lang="en-US"/>
            <a:t>Unit Prefab</a:t>
          </a:r>
        </a:p>
      </dgm:t>
    </dgm:pt>
    <dgm:pt modelId="{965689BA-A386-4509-A9AF-0E0A0B5DD1C4}" type="parTrans" cxnId="{7894F8C2-0AF0-4BD0-A27E-2A3BCFF7CCFD}">
      <dgm:prSet/>
      <dgm:spPr/>
      <dgm:t>
        <a:bodyPr/>
        <a:lstStyle/>
        <a:p>
          <a:endParaRPr lang="en-US"/>
        </a:p>
      </dgm:t>
    </dgm:pt>
    <dgm:pt modelId="{4D1C09AB-3835-4268-8B94-90D9644D6861}" type="sibTrans" cxnId="{7894F8C2-0AF0-4BD0-A27E-2A3BCFF7CCFD}">
      <dgm:prSet/>
      <dgm:spPr/>
      <dgm:t>
        <a:bodyPr/>
        <a:lstStyle/>
        <a:p>
          <a:endParaRPr lang="en-US"/>
        </a:p>
      </dgm:t>
    </dgm:pt>
    <dgm:pt modelId="{EF7DFDC8-8206-4307-B86A-DC929613297F}">
      <dgm:prSet/>
      <dgm:spPr/>
      <dgm:t>
        <a:bodyPr/>
        <a:lstStyle/>
        <a:p>
          <a:r>
            <a:rPr lang="en-US"/>
            <a:t>UI Button Prefab</a:t>
          </a:r>
        </a:p>
      </dgm:t>
    </dgm:pt>
    <dgm:pt modelId="{9B76F775-DB3D-4629-831C-D194C25A27D6}" type="parTrans" cxnId="{8719E90A-D465-4BB6-A6D6-34030E25FCFB}">
      <dgm:prSet/>
      <dgm:spPr/>
      <dgm:t>
        <a:bodyPr/>
        <a:lstStyle/>
        <a:p>
          <a:endParaRPr lang="en-US"/>
        </a:p>
      </dgm:t>
    </dgm:pt>
    <dgm:pt modelId="{33612F10-044A-49C1-9B77-29B19F41FFD9}" type="sibTrans" cxnId="{8719E90A-D465-4BB6-A6D6-34030E25FCFB}">
      <dgm:prSet/>
      <dgm:spPr/>
      <dgm:t>
        <a:bodyPr/>
        <a:lstStyle/>
        <a:p>
          <a:endParaRPr lang="en-US"/>
        </a:p>
      </dgm:t>
    </dgm:pt>
    <dgm:pt modelId="{E318A0E8-2DA0-481E-AF0B-88751D9BC4B9}" type="pres">
      <dgm:prSet presAssocID="{7AF7EC9B-E4BE-42C2-9C54-FE101322F5B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50A4686-795F-4293-B012-276A9A139853}" type="pres">
      <dgm:prSet presAssocID="{D48BD687-449A-4797-A0D3-7B06551E1ABD}" presName="hierRoot1" presStyleCnt="0"/>
      <dgm:spPr/>
    </dgm:pt>
    <dgm:pt modelId="{60B14C1F-DBF4-4D8E-A4C0-2DB4F377A11E}" type="pres">
      <dgm:prSet presAssocID="{D48BD687-449A-4797-A0D3-7B06551E1ABD}" presName="composite" presStyleCnt="0"/>
      <dgm:spPr/>
    </dgm:pt>
    <dgm:pt modelId="{274AECA2-A2C6-4293-8387-0DD08C634900}" type="pres">
      <dgm:prSet presAssocID="{D48BD687-449A-4797-A0D3-7B06551E1ABD}" presName="background" presStyleLbl="node0" presStyleIdx="0" presStyleCnt="3"/>
      <dgm:spPr/>
    </dgm:pt>
    <dgm:pt modelId="{4D8E17D3-4DDA-407A-8CA4-524764F70662}" type="pres">
      <dgm:prSet presAssocID="{D48BD687-449A-4797-A0D3-7B06551E1ABD}" presName="text" presStyleLbl="fgAcc0" presStyleIdx="0" presStyleCnt="3">
        <dgm:presLayoutVars>
          <dgm:chPref val="3"/>
        </dgm:presLayoutVars>
      </dgm:prSet>
      <dgm:spPr/>
    </dgm:pt>
    <dgm:pt modelId="{27833DF5-D900-4968-83D8-7FA2DAFF451E}" type="pres">
      <dgm:prSet presAssocID="{D48BD687-449A-4797-A0D3-7B06551E1ABD}" presName="hierChild2" presStyleCnt="0"/>
      <dgm:spPr/>
    </dgm:pt>
    <dgm:pt modelId="{8D568D53-EA23-4B25-91D6-9079172EDED5}" type="pres">
      <dgm:prSet presAssocID="{8BD2D37A-FDA6-4D11-8724-EC25935A0CE0}" presName="hierRoot1" presStyleCnt="0"/>
      <dgm:spPr/>
    </dgm:pt>
    <dgm:pt modelId="{DE48D3E0-9A52-417D-AD6F-94E4C3D5F93A}" type="pres">
      <dgm:prSet presAssocID="{8BD2D37A-FDA6-4D11-8724-EC25935A0CE0}" presName="composite" presStyleCnt="0"/>
      <dgm:spPr/>
    </dgm:pt>
    <dgm:pt modelId="{606C66B2-3BE0-4EF5-86FD-114B5BA219CC}" type="pres">
      <dgm:prSet presAssocID="{8BD2D37A-FDA6-4D11-8724-EC25935A0CE0}" presName="background" presStyleLbl="node0" presStyleIdx="1" presStyleCnt="3"/>
      <dgm:spPr/>
    </dgm:pt>
    <dgm:pt modelId="{8B7A3C08-F071-4860-AF10-1E8E8FCE62FF}" type="pres">
      <dgm:prSet presAssocID="{8BD2D37A-FDA6-4D11-8724-EC25935A0CE0}" presName="text" presStyleLbl="fgAcc0" presStyleIdx="1" presStyleCnt="3">
        <dgm:presLayoutVars>
          <dgm:chPref val="3"/>
        </dgm:presLayoutVars>
      </dgm:prSet>
      <dgm:spPr/>
    </dgm:pt>
    <dgm:pt modelId="{8A80818B-AF78-448C-AD8D-9B8008743BB9}" type="pres">
      <dgm:prSet presAssocID="{8BD2D37A-FDA6-4D11-8724-EC25935A0CE0}" presName="hierChild2" presStyleCnt="0"/>
      <dgm:spPr/>
    </dgm:pt>
    <dgm:pt modelId="{B21E98F3-23FB-4A90-9D0B-864834CA7475}" type="pres">
      <dgm:prSet presAssocID="{EF7DFDC8-8206-4307-B86A-DC929613297F}" presName="hierRoot1" presStyleCnt="0"/>
      <dgm:spPr/>
    </dgm:pt>
    <dgm:pt modelId="{AC2285D1-7B1A-438B-B4E6-6415F3322435}" type="pres">
      <dgm:prSet presAssocID="{EF7DFDC8-8206-4307-B86A-DC929613297F}" presName="composite" presStyleCnt="0"/>
      <dgm:spPr/>
    </dgm:pt>
    <dgm:pt modelId="{DCC12738-4C00-4AB3-9168-ED42A05B8018}" type="pres">
      <dgm:prSet presAssocID="{EF7DFDC8-8206-4307-B86A-DC929613297F}" presName="background" presStyleLbl="node0" presStyleIdx="2" presStyleCnt="3"/>
      <dgm:spPr/>
    </dgm:pt>
    <dgm:pt modelId="{2CFCE7C6-EA88-4740-A845-30781C2A0671}" type="pres">
      <dgm:prSet presAssocID="{EF7DFDC8-8206-4307-B86A-DC929613297F}" presName="text" presStyleLbl="fgAcc0" presStyleIdx="2" presStyleCnt="3">
        <dgm:presLayoutVars>
          <dgm:chPref val="3"/>
        </dgm:presLayoutVars>
      </dgm:prSet>
      <dgm:spPr/>
    </dgm:pt>
    <dgm:pt modelId="{23E579B2-4BA1-406D-B16A-84409AB2966A}" type="pres">
      <dgm:prSet presAssocID="{EF7DFDC8-8206-4307-B86A-DC929613297F}" presName="hierChild2" presStyleCnt="0"/>
      <dgm:spPr/>
    </dgm:pt>
  </dgm:ptLst>
  <dgm:cxnLst>
    <dgm:cxn modelId="{8719E90A-D465-4BB6-A6D6-34030E25FCFB}" srcId="{7AF7EC9B-E4BE-42C2-9C54-FE101322F5B6}" destId="{EF7DFDC8-8206-4307-B86A-DC929613297F}" srcOrd="2" destOrd="0" parTransId="{9B76F775-DB3D-4629-831C-D194C25A27D6}" sibTransId="{33612F10-044A-49C1-9B77-29B19F41FFD9}"/>
    <dgm:cxn modelId="{0EA6325D-3074-49D9-95F9-9A1E0AD48042}" type="presOf" srcId="{8BD2D37A-FDA6-4D11-8724-EC25935A0CE0}" destId="{8B7A3C08-F071-4860-AF10-1E8E8FCE62FF}" srcOrd="0" destOrd="0" presId="urn:microsoft.com/office/officeart/2005/8/layout/hierarchy1"/>
    <dgm:cxn modelId="{1389F668-8C47-4F65-AEF9-A42DD1961514}" type="presOf" srcId="{7AF7EC9B-E4BE-42C2-9C54-FE101322F5B6}" destId="{E318A0E8-2DA0-481E-AF0B-88751D9BC4B9}" srcOrd="0" destOrd="0" presId="urn:microsoft.com/office/officeart/2005/8/layout/hierarchy1"/>
    <dgm:cxn modelId="{3E6A037A-7513-4791-AAF1-4D75E6C0082A}" type="presOf" srcId="{D48BD687-449A-4797-A0D3-7B06551E1ABD}" destId="{4D8E17D3-4DDA-407A-8CA4-524764F70662}" srcOrd="0" destOrd="0" presId="urn:microsoft.com/office/officeart/2005/8/layout/hierarchy1"/>
    <dgm:cxn modelId="{7894F8C2-0AF0-4BD0-A27E-2A3BCFF7CCFD}" srcId="{7AF7EC9B-E4BE-42C2-9C54-FE101322F5B6}" destId="{8BD2D37A-FDA6-4D11-8724-EC25935A0CE0}" srcOrd="1" destOrd="0" parTransId="{965689BA-A386-4509-A9AF-0E0A0B5DD1C4}" sibTransId="{4D1C09AB-3835-4268-8B94-90D9644D6861}"/>
    <dgm:cxn modelId="{D3898CE0-593A-4FDD-A9E7-133ACECD75A8}" srcId="{7AF7EC9B-E4BE-42C2-9C54-FE101322F5B6}" destId="{D48BD687-449A-4797-A0D3-7B06551E1ABD}" srcOrd="0" destOrd="0" parTransId="{4605E369-2C5C-495C-9E88-180CC035866E}" sibTransId="{091D725F-5CCF-4951-B19F-BED51D1125AD}"/>
    <dgm:cxn modelId="{4DE19FE0-0797-4437-9A1C-9D9B7BA879B9}" type="presOf" srcId="{EF7DFDC8-8206-4307-B86A-DC929613297F}" destId="{2CFCE7C6-EA88-4740-A845-30781C2A0671}" srcOrd="0" destOrd="0" presId="urn:microsoft.com/office/officeart/2005/8/layout/hierarchy1"/>
    <dgm:cxn modelId="{87F82CFB-E323-4899-824A-2BEDF33D5D2B}" type="presParOf" srcId="{E318A0E8-2DA0-481E-AF0B-88751D9BC4B9}" destId="{B50A4686-795F-4293-B012-276A9A139853}" srcOrd="0" destOrd="0" presId="urn:microsoft.com/office/officeart/2005/8/layout/hierarchy1"/>
    <dgm:cxn modelId="{D80E4045-8CB6-48D2-9B8E-BAEAF4553528}" type="presParOf" srcId="{B50A4686-795F-4293-B012-276A9A139853}" destId="{60B14C1F-DBF4-4D8E-A4C0-2DB4F377A11E}" srcOrd="0" destOrd="0" presId="urn:microsoft.com/office/officeart/2005/8/layout/hierarchy1"/>
    <dgm:cxn modelId="{005DA9E9-F35E-40E9-9FE7-5D115C82561B}" type="presParOf" srcId="{60B14C1F-DBF4-4D8E-A4C0-2DB4F377A11E}" destId="{274AECA2-A2C6-4293-8387-0DD08C634900}" srcOrd="0" destOrd="0" presId="urn:microsoft.com/office/officeart/2005/8/layout/hierarchy1"/>
    <dgm:cxn modelId="{F2BECD38-0AE0-4881-A80D-B19AE74B092A}" type="presParOf" srcId="{60B14C1F-DBF4-4D8E-A4C0-2DB4F377A11E}" destId="{4D8E17D3-4DDA-407A-8CA4-524764F70662}" srcOrd="1" destOrd="0" presId="urn:microsoft.com/office/officeart/2005/8/layout/hierarchy1"/>
    <dgm:cxn modelId="{B16CD2B6-5C3C-4651-BA6A-66C1B9878B2D}" type="presParOf" srcId="{B50A4686-795F-4293-B012-276A9A139853}" destId="{27833DF5-D900-4968-83D8-7FA2DAFF451E}" srcOrd="1" destOrd="0" presId="urn:microsoft.com/office/officeart/2005/8/layout/hierarchy1"/>
    <dgm:cxn modelId="{EFF3B398-450C-4AB1-ACEC-DE0313D73935}" type="presParOf" srcId="{E318A0E8-2DA0-481E-AF0B-88751D9BC4B9}" destId="{8D568D53-EA23-4B25-91D6-9079172EDED5}" srcOrd="1" destOrd="0" presId="urn:microsoft.com/office/officeart/2005/8/layout/hierarchy1"/>
    <dgm:cxn modelId="{A31F455D-23E2-4CC3-9B9B-73237B44087B}" type="presParOf" srcId="{8D568D53-EA23-4B25-91D6-9079172EDED5}" destId="{DE48D3E0-9A52-417D-AD6F-94E4C3D5F93A}" srcOrd="0" destOrd="0" presId="urn:microsoft.com/office/officeart/2005/8/layout/hierarchy1"/>
    <dgm:cxn modelId="{61E25A7D-E4F4-4C7D-A9B9-812B239961B5}" type="presParOf" srcId="{DE48D3E0-9A52-417D-AD6F-94E4C3D5F93A}" destId="{606C66B2-3BE0-4EF5-86FD-114B5BA219CC}" srcOrd="0" destOrd="0" presId="urn:microsoft.com/office/officeart/2005/8/layout/hierarchy1"/>
    <dgm:cxn modelId="{60DF4570-A613-42AC-967A-82094B3355E4}" type="presParOf" srcId="{DE48D3E0-9A52-417D-AD6F-94E4C3D5F93A}" destId="{8B7A3C08-F071-4860-AF10-1E8E8FCE62FF}" srcOrd="1" destOrd="0" presId="urn:microsoft.com/office/officeart/2005/8/layout/hierarchy1"/>
    <dgm:cxn modelId="{285278F1-369A-4F19-8ED0-048B86786BBF}" type="presParOf" srcId="{8D568D53-EA23-4B25-91D6-9079172EDED5}" destId="{8A80818B-AF78-448C-AD8D-9B8008743BB9}" srcOrd="1" destOrd="0" presId="urn:microsoft.com/office/officeart/2005/8/layout/hierarchy1"/>
    <dgm:cxn modelId="{08A2C29D-80AD-447F-A795-45ED39568F9E}" type="presParOf" srcId="{E318A0E8-2DA0-481E-AF0B-88751D9BC4B9}" destId="{B21E98F3-23FB-4A90-9D0B-864834CA7475}" srcOrd="2" destOrd="0" presId="urn:microsoft.com/office/officeart/2005/8/layout/hierarchy1"/>
    <dgm:cxn modelId="{216A980E-14A1-470F-8A95-D2F436529F11}" type="presParOf" srcId="{B21E98F3-23FB-4A90-9D0B-864834CA7475}" destId="{AC2285D1-7B1A-438B-B4E6-6415F3322435}" srcOrd="0" destOrd="0" presId="urn:microsoft.com/office/officeart/2005/8/layout/hierarchy1"/>
    <dgm:cxn modelId="{440C7C90-2741-404B-BDAC-B9862612EEBF}" type="presParOf" srcId="{AC2285D1-7B1A-438B-B4E6-6415F3322435}" destId="{DCC12738-4C00-4AB3-9168-ED42A05B8018}" srcOrd="0" destOrd="0" presId="urn:microsoft.com/office/officeart/2005/8/layout/hierarchy1"/>
    <dgm:cxn modelId="{98C3F359-4E2C-4AC7-A58F-A4F6E0D08437}" type="presParOf" srcId="{AC2285D1-7B1A-438B-B4E6-6415F3322435}" destId="{2CFCE7C6-EA88-4740-A845-30781C2A0671}" srcOrd="1" destOrd="0" presId="urn:microsoft.com/office/officeart/2005/8/layout/hierarchy1"/>
    <dgm:cxn modelId="{DE1B0447-E754-4CED-9399-08AF3B9F3F36}" type="presParOf" srcId="{B21E98F3-23FB-4A90-9D0B-864834CA7475}" destId="{23E579B2-4BA1-406D-B16A-84409AB2966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FE90E0-E9D9-468C-8BA0-207D32ED87DD}" type="doc">
      <dgm:prSet loTypeId="urn:microsoft.com/office/officeart/2005/8/layout/hierarchy1" loCatId="hierarchy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8CB66B61-6D8C-476A-B6D3-EF6B9EFC87E0}">
      <dgm:prSet/>
      <dgm:spPr/>
      <dgm:t>
        <a:bodyPr/>
        <a:lstStyle/>
        <a:p>
          <a:r>
            <a:rPr lang="en-US"/>
            <a:t>UI Button Prefab trycks på och läggs ut</a:t>
          </a:r>
        </a:p>
      </dgm:t>
    </dgm:pt>
    <dgm:pt modelId="{A03AAF81-6E5C-422E-B5B3-0767CC39391D}" type="parTrans" cxnId="{CA62707C-5675-472D-818A-5DB5DB0B8974}">
      <dgm:prSet/>
      <dgm:spPr/>
      <dgm:t>
        <a:bodyPr/>
        <a:lstStyle/>
        <a:p>
          <a:endParaRPr lang="en-US"/>
        </a:p>
      </dgm:t>
    </dgm:pt>
    <dgm:pt modelId="{EC54041D-EA04-4F61-8425-ACA30640C502}" type="sibTrans" cxnId="{CA62707C-5675-472D-818A-5DB5DB0B8974}">
      <dgm:prSet/>
      <dgm:spPr/>
      <dgm:t>
        <a:bodyPr/>
        <a:lstStyle/>
        <a:p>
          <a:endParaRPr lang="en-US"/>
        </a:p>
      </dgm:t>
    </dgm:pt>
    <dgm:pt modelId="{B02FABFD-C35E-4467-BA37-39C572D66AA5}">
      <dgm:prSet/>
      <dgm:spPr/>
      <dgm:t>
        <a:bodyPr/>
        <a:lstStyle/>
        <a:p>
          <a:r>
            <a:rPr lang="en-US"/>
            <a:t>Unit Definition refereras och säger vilken prefab som spawnas</a:t>
          </a:r>
        </a:p>
      </dgm:t>
    </dgm:pt>
    <dgm:pt modelId="{CB674EE9-77B2-4BFE-B7D2-4FEE5FC58328}" type="parTrans" cxnId="{C91A13CD-CA78-4273-9B95-D353256AF6DB}">
      <dgm:prSet/>
      <dgm:spPr/>
      <dgm:t>
        <a:bodyPr/>
        <a:lstStyle/>
        <a:p>
          <a:endParaRPr lang="en-US"/>
        </a:p>
      </dgm:t>
    </dgm:pt>
    <dgm:pt modelId="{A8AD8669-D61F-41FD-8701-078AB074DFC7}" type="sibTrans" cxnId="{C91A13CD-CA78-4273-9B95-D353256AF6DB}">
      <dgm:prSet/>
      <dgm:spPr/>
      <dgm:t>
        <a:bodyPr/>
        <a:lstStyle/>
        <a:p>
          <a:endParaRPr lang="en-US"/>
        </a:p>
      </dgm:t>
    </dgm:pt>
    <dgm:pt modelId="{1B418AF8-0519-4599-92F0-42DF18FFA3FC}">
      <dgm:prSet/>
      <dgm:spPr/>
      <dgm:t>
        <a:bodyPr/>
        <a:lstStyle/>
        <a:p>
          <a:r>
            <a:rPr lang="en-US"/>
            <a:t>Unit Prefab Spawnas där den blivit tillsagd</a:t>
          </a:r>
        </a:p>
      </dgm:t>
    </dgm:pt>
    <dgm:pt modelId="{CECBAC92-80E2-4F8E-B199-37D1781C64B1}" type="parTrans" cxnId="{331E7F4C-5715-4961-BCD6-AFE58394869E}">
      <dgm:prSet/>
      <dgm:spPr/>
      <dgm:t>
        <a:bodyPr/>
        <a:lstStyle/>
        <a:p>
          <a:endParaRPr lang="en-US"/>
        </a:p>
      </dgm:t>
    </dgm:pt>
    <dgm:pt modelId="{0B959A7F-2871-4EBC-BCF0-0802AB751288}" type="sibTrans" cxnId="{331E7F4C-5715-4961-BCD6-AFE58394869E}">
      <dgm:prSet/>
      <dgm:spPr/>
      <dgm:t>
        <a:bodyPr/>
        <a:lstStyle/>
        <a:p>
          <a:endParaRPr lang="en-US"/>
        </a:p>
      </dgm:t>
    </dgm:pt>
    <dgm:pt modelId="{23609652-C529-478B-928F-B0197D27F14F}" type="pres">
      <dgm:prSet presAssocID="{DEFE90E0-E9D9-468C-8BA0-207D32ED87D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575963D-8D16-47E4-A476-48799840B73B}" type="pres">
      <dgm:prSet presAssocID="{8CB66B61-6D8C-476A-B6D3-EF6B9EFC87E0}" presName="hierRoot1" presStyleCnt="0"/>
      <dgm:spPr/>
    </dgm:pt>
    <dgm:pt modelId="{BA128FE5-8DCC-4D8F-9AE1-A985261267E3}" type="pres">
      <dgm:prSet presAssocID="{8CB66B61-6D8C-476A-B6D3-EF6B9EFC87E0}" presName="composite" presStyleCnt="0"/>
      <dgm:spPr/>
    </dgm:pt>
    <dgm:pt modelId="{5F2AEF09-E59B-430A-BB22-0277E6D8CFA9}" type="pres">
      <dgm:prSet presAssocID="{8CB66B61-6D8C-476A-B6D3-EF6B9EFC87E0}" presName="background" presStyleLbl="node0" presStyleIdx="0" presStyleCnt="3"/>
      <dgm:spPr/>
    </dgm:pt>
    <dgm:pt modelId="{E2F16E59-3A7F-4DDF-8655-40A0A26F1BD4}" type="pres">
      <dgm:prSet presAssocID="{8CB66B61-6D8C-476A-B6D3-EF6B9EFC87E0}" presName="text" presStyleLbl="fgAcc0" presStyleIdx="0" presStyleCnt="3">
        <dgm:presLayoutVars>
          <dgm:chPref val="3"/>
        </dgm:presLayoutVars>
      </dgm:prSet>
      <dgm:spPr/>
    </dgm:pt>
    <dgm:pt modelId="{00809D5E-070A-4819-8EEF-9FB0A9D6CA72}" type="pres">
      <dgm:prSet presAssocID="{8CB66B61-6D8C-476A-B6D3-EF6B9EFC87E0}" presName="hierChild2" presStyleCnt="0"/>
      <dgm:spPr/>
    </dgm:pt>
    <dgm:pt modelId="{7B07FFD7-B033-4677-A7F3-6EB3FC7712E0}" type="pres">
      <dgm:prSet presAssocID="{B02FABFD-C35E-4467-BA37-39C572D66AA5}" presName="hierRoot1" presStyleCnt="0"/>
      <dgm:spPr/>
    </dgm:pt>
    <dgm:pt modelId="{C2D4093B-78C6-4ECE-A2B6-90E7E3CD971B}" type="pres">
      <dgm:prSet presAssocID="{B02FABFD-C35E-4467-BA37-39C572D66AA5}" presName="composite" presStyleCnt="0"/>
      <dgm:spPr/>
    </dgm:pt>
    <dgm:pt modelId="{56164882-75A8-43F2-B40B-0EC3993A6D2A}" type="pres">
      <dgm:prSet presAssocID="{B02FABFD-C35E-4467-BA37-39C572D66AA5}" presName="background" presStyleLbl="node0" presStyleIdx="1" presStyleCnt="3"/>
      <dgm:spPr/>
    </dgm:pt>
    <dgm:pt modelId="{3BFC3610-8B46-436E-BF17-A2B1679B7ECA}" type="pres">
      <dgm:prSet presAssocID="{B02FABFD-C35E-4467-BA37-39C572D66AA5}" presName="text" presStyleLbl="fgAcc0" presStyleIdx="1" presStyleCnt="3">
        <dgm:presLayoutVars>
          <dgm:chPref val="3"/>
        </dgm:presLayoutVars>
      </dgm:prSet>
      <dgm:spPr/>
    </dgm:pt>
    <dgm:pt modelId="{2C5DF845-F565-40F8-B7AA-2B146DE97547}" type="pres">
      <dgm:prSet presAssocID="{B02FABFD-C35E-4467-BA37-39C572D66AA5}" presName="hierChild2" presStyleCnt="0"/>
      <dgm:spPr/>
    </dgm:pt>
    <dgm:pt modelId="{4C5FFCBF-C8BC-471D-AE1B-0AE167DCEE33}" type="pres">
      <dgm:prSet presAssocID="{1B418AF8-0519-4599-92F0-42DF18FFA3FC}" presName="hierRoot1" presStyleCnt="0"/>
      <dgm:spPr/>
    </dgm:pt>
    <dgm:pt modelId="{253A3B09-D4C6-44EC-85EB-E0E7CBB93944}" type="pres">
      <dgm:prSet presAssocID="{1B418AF8-0519-4599-92F0-42DF18FFA3FC}" presName="composite" presStyleCnt="0"/>
      <dgm:spPr/>
    </dgm:pt>
    <dgm:pt modelId="{6CC9C727-6A1C-44C3-9E81-78D582FD8CD8}" type="pres">
      <dgm:prSet presAssocID="{1B418AF8-0519-4599-92F0-42DF18FFA3FC}" presName="background" presStyleLbl="node0" presStyleIdx="2" presStyleCnt="3"/>
      <dgm:spPr/>
    </dgm:pt>
    <dgm:pt modelId="{182EF8D1-4C32-4660-9A22-E0118CBD163F}" type="pres">
      <dgm:prSet presAssocID="{1B418AF8-0519-4599-92F0-42DF18FFA3FC}" presName="text" presStyleLbl="fgAcc0" presStyleIdx="2" presStyleCnt="3">
        <dgm:presLayoutVars>
          <dgm:chPref val="3"/>
        </dgm:presLayoutVars>
      </dgm:prSet>
      <dgm:spPr/>
    </dgm:pt>
    <dgm:pt modelId="{2D42BD18-7C17-4C9A-A3AC-D3DFC822B838}" type="pres">
      <dgm:prSet presAssocID="{1B418AF8-0519-4599-92F0-42DF18FFA3FC}" presName="hierChild2" presStyleCnt="0"/>
      <dgm:spPr/>
    </dgm:pt>
  </dgm:ptLst>
  <dgm:cxnLst>
    <dgm:cxn modelId="{92DF2D3E-DDD9-4AD5-8EBA-68A2FDFA5E29}" type="presOf" srcId="{1B418AF8-0519-4599-92F0-42DF18FFA3FC}" destId="{182EF8D1-4C32-4660-9A22-E0118CBD163F}" srcOrd="0" destOrd="0" presId="urn:microsoft.com/office/officeart/2005/8/layout/hierarchy1"/>
    <dgm:cxn modelId="{D616863F-EE27-442B-93C7-0EDF1E150791}" type="presOf" srcId="{DEFE90E0-E9D9-468C-8BA0-207D32ED87DD}" destId="{23609652-C529-478B-928F-B0197D27F14F}" srcOrd="0" destOrd="0" presId="urn:microsoft.com/office/officeart/2005/8/layout/hierarchy1"/>
    <dgm:cxn modelId="{331E7F4C-5715-4961-BCD6-AFE58394869E}" srcId="{DEFE90E0-E9D9-468C-8BA0-207D32ED87DD}" destId="{1B418AF8-0519-4599-92F0-42DF18FFA3FC}" srcOrd="2" destOrd="0" parTransId="{CECBAC92-80E2-4F8E-B199-37D1781C64B1}" sibTransId="{0B959A7F-2871-4EBC-BCF0-0802AB751288}"/>
    <dgm:cxn modelId="{CA62707C-5675-472D-818A-5DB5DB0B8974}" srcId="{DEFE90E0-E9D9-468C-8BA0-207D32ED87DD}" destId="{8CB66B61-6D8C-476A-B6D3-EF6B9EFC87E0}" srcOrd="0" destOrd="0" parTransId="{A03AAF81-6E5C-422E-B5B3-0767CC39391D}" sibTransId="{EC54041D-EA04-4F61-8425-ACA30640C502}"/>
    <dgm:cxn modelId="{B706F0A9-604F-427B-9D79-6C57509D0028}" type="presOf" srcId="{8CB66B61-6D8C-476A-B6D3-EF6B9EFC87E0}" destId="{E2F16E59-3A7F-4DDF-8655-40A0A26F1BD4}" srcOrd="0" destOrd="0" presId="urn:microsoft.com/office/officeart/2005/8/layout/hierarchy1"/>
    <dgm:cxn modelId="{C91A13CD-CA78-4273-9B95-D353256AF6DB}" srcId="{DEFE90E0-E9D9-468C-8BA0-207D32ED87DD}" destId="{B02FABFD-C35E-4467-BA37-39C572D66AA5}" srcOrd="1" destOrd="0" parTransId="{CB674EE9-77B2-4BFE-B7D2-4FEE5FC58328}" sibTransId="{A8AD8669-D61F-41FD-8701-078AB074DFC7}"/>
    <dgm:cxn modelId="{3C34E6CE-F4DC-4015-85DD-5262CD1F6AED}" type="presOf" srcId="{B02FABFD-C35E-4467-BA37-39C572D66AA5}" destId="{3BFC3610-8B46-436E-BF17-A2B1679B7ECA}" srcOrd="0" destOrd="0" presId="urn:microsoft.com/office/officeart/2005/8/layout/hierarchy1"/>
    <dgm:cxn modelId="{1FD6A365-48B1-436C-BFCA-023C2227260A}" type="presParOf" srcId="{23609652-C529-478B-928F-B0197D27F14F}" destId="{5575963D-8D16-47E4-A476-48799840B73B}" srcOrd="0" destOrd="0" presId="urn:microsoft.com/office/officeart/2005/8/layout/hierarchy1"/>
    <dgm:cxn modelId="{8BB06FA2-CF1B-478F-B61A-E39461518680}" type="presParOf" srcId="{5575963D-8D16-47E4-A476-48799840B73B}" destId="{BA128FE5-8DCC-4D8F-9AE1-A985261267E3}" srcOrd="0" destOrd="0" presId="urn:microsoft.com/office/officeart/2005/8/layout/hierarchy1"/>
    <dgm:cxn modelId="{EACF52C6-CE06-4D11-9526-83EB16093CFA}" type="presParOf" srcId="{BA128FE5-8DCC-4D8F-9AE1-A985261267E3}" destId="{5F2AEF09-E59B-430A-BB22-0277E6D8CFA9}" srcOrd="0" destOrd="0" presId="urn:microsoft.com/office/officeart/2005/8/layout/hierarchy1"/>
    <dgm:cxn modelId="{09981972-20A4-4D98-89A1-071568960B46}" type="presParOf" srcId="{BA128FE5-8DCC-4D8F-9AE1-A985261267E3}" destId="{E2F16E59-3A7F-4DDF-8655-40A0A26F1BD4}" srcOrd="1" destOrd="0" presId="urn:microsoft.com/office/officeart/2005/8/layout/hierarchy1"/>
    <dgm:cxn modelId="{C6C690B1-8996-4E20-A5DD-64DE9163A225}" type="presParOf" srcId="{5575963D-8D16-47E4-A476-48799840B73B}" destId="{00809D5E-070A-4819-8EEF-9FB0A9D6CA72}" srcOrd="1" destOrd="0" presId="urn:microsoft.com/office/officeart/2005/8/layout/hierarchy1"/>
    <dgm:cxn modelId="{1D9AE461-728E-4942-AFDC-FEEBFB6C27E2}" type="presParOf" srcId="{23609652-C529-478B-928F-B0197D27F14F}" destId="{7B07FFD7-B033-4677-A7F3-6EB3FC7712E0}" srcOrd="1" destOrd="0" presId="urn:microsoft.com/office/officeart/2005/8/layout/hierarchy1"/>
    <dgm:cxn modelId="{2523FDAF-01F6-4B64-9E63-C7D68B0817B8}" type="presParOf" srcId="{7B07FFD7-B033-4677-A7F3-6EB3FC7712E0}" destId="{C2D4093B-78C6-4ECE-A2B6-90E7E3CD971B}" srcOrd="0" destOrd="0" presId="urn:microsoft.com/office/officeart/2005/8/layout/hierarchy1"/>
    <dgm:cxn modelId="{7C4551E2-09C9-4AF7-9EE9-F54EEFB8ED7D}" type="presParOf" srcId="{C2D4093B-78C6-4ECE-A2B6-90E7E3CD971B}" destId="{56164882-75A8-43F2-B40B-0EC3993A6D2A}" srcOrd="0" destOrd="0" presId="urn:microsoft.com/office/officeart/2005/8/layout/hierarchy1"/>
    <dgm:cxn modelId="{CE15ECEB-1A81-4778-90E2-3E26823F65E4}" type="presParOf" srcId="{C2D4093B-78C6-4ECE-A2B6-90E7E3CD971B}" destId="{3BFC3610-8B46-436E-BF17-A2B1679B7ECA}" srcOrd="1" destOrd="0" presId="urn:microsoft.com/office/officeart/2005/8/layout/hierarchy1"/>
    <dgm:cxn modelId="{08BCD074-ED3C-4BF1-AB53-0A24843255E3}" type="presParOf" srcId="{7B07FFD7-B033-4677-A7F3-6EB3FC7712E0}" destId="{2C5DF845-F565-40F8-B7AA-2B146DE97547}" srcOrd="1" destOrd="0" presId="urn:microsoft.com/office/officeart/2005/8/layout/hierarchy1"/>
    <dgm:cxn modelId="{857CF894-5A22-416A-B468-16086BE65C87}" type="presParOf" srcId="{23609652-C529-478B-928F-B0197D27F14F}" destId="{4C5FFCBF-C8BC-471D-AE1B-0AE167DCEE33}" srcOrd="2" destOrd="0" presId="urn:microsoft.com/office/officeart/2005/8/layout/hierarchy1"/>
    <dgm:cxn modelId="{A81A8799-C1D9-40B5-9D43-7F92F563F1E0}" type="presParOf" srcId="{4C5FFCBF-C8BC-471D-AE1B-0AE167DCEE33}" destId="{253A3B09-D4C6-44EC-85EB-E0E7CBB93944}" srcOrd="0" destOrd="0" presId="urn:microsoft.com/office/officeart/2005/8/layout/hierarchy1"/>
    <dgm:cxn modelId="{A5C9AC85-59E9-4D23-A986-A84CAEDE9FC0}" type="presParOf" srcId="{253A3B09-D4C6-44EC-85EB-E0E7CBB93944}" destId="{6CC9C727-6A1C-44C3-9E81-78D582FD8CD8}" srcOrd="0" destOrd="0" presId="urn:microsoft.com/office/officeart/2005/8/layout/hierarchy1"/>
    <dgm:cxn modelId="{2C893AB9-01D3-42D4-A107-197F52205E02}" type="presParOf" srcId="{253A3B09-D4C6-44EC-85EB-E0E7CBB93944}" destId="{182EF8D1-4C32-4660-9A22-E0118CBD163F}" srcOrd="1" destOrd="0" presId="urn:microsoft.com/office/officeart/2005/8/layout/hierarchy1"/>
    <dgm:cxn modelId="{D6AC6E01-8C27-4DD3-9784-D48647E93D40}" type="presParOf" srcId="{4C5FFCBF-C8BC-471D-AE1B-0AE167DCEE33}" destId="{2D42BD18-7C17-4C9A-A3AC-D3DFC822B83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4AECA2-A2C6-4293-8387-0DD08C634900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D8E17D3-4DDA-407A-8CA4-524764F70662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Unit Definition</a:t>
          </a:r>
        </a:p>
      </dsp:txBody>
      <dsp:txXfrm>
        <a:off x="383617" y="1447754"/>
        <a:ext cx="2847502" cy="1768010"/>
      </dsp:txXfrm>
    </dsp:sp>
    <dsp:sp modelId="{606C66B2-3BE0-4EF5-86FD-114B5BA219CC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B7A3C08-F071-4860-AF10-1E8E8FCE62FF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Unit Prefab</a:t>
          </a:r>
        </a:p>
      </dsp:txBody>
      <dsp:txXfrm>
        <a:off x="3998355" y="1447754"/>
        <a:ext cx="2847502" cy="1768010"/>
      </dsp:txXfrm>
    </dsp:sp>
    <dsp:sp modelId="{DCC12738-4C00-4AB3-9168-ED42A05B8018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CFCE7C6-EA88-4740-A845-30781C2A0671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UI Button Prefab</a:t>
          </a:r>
        </a:p>
      </dsp:txBody>
      <dsp:txXfrm>
        <a:off x="7613092" y="1447754"/>
        <a:ext cx="2847502" cy="17680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AEF09-E59B-430A-BB22-0277E6D8CFA9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2F16E59-3A7F-4DDF-8655-40A0A26F1BD4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UI Button Prefab trycks på och läggs ut</a:t>
          </a:r>
        </a:p>
      </dsp:txBody>
      <dsp:txXfrm>
        <a:off x="383617" y="1447754"/>
        <a:ext cx="2847502" cy="1768010"/>
      </dsp:txXfrm>
    </dsp:sp>
    <dsp:sp modelId="{56164882-75A8-43F2-B40B-0EC3993A6D2A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BFC3610-8B46-436E-BF17-A2B1679B7ECA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Unit Definition refereras och säger vilken prefab som spawnas</a:t>
          </a:r>
        </a:p>
      </dsp:txBody>
      <dsp:txXfrm>
        <a:off x="3998355" y="1447754"/>
        <a:ext cx="2847502" cy="1768010"/>
      </dsp:txXfrm>
    </dsp:sp>
    <dsp:sp modelId="{6CC9C727-6A1C-44C3-9E81-78D582FD8CD8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82EF8D1-4C32-4660-9A22-E0118CBD163F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Unit Prefab Spawnas där den blivit tillsagd</a:t>
          </a:r>
        </a:p>
      </dsp:txBody>
      <dsp:txXfrm>
        <a:off x="7613092" y="1447754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C90A4C5-329D-9C6D-B168-E937551728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B3117A65-704B-6828-A350-8F7623724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70DBA7B-F21D-4B4B-72F8-526BCF028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2DD0662-22D2-6035-541D-1C4B26208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E22B6C3-A840-EADF-C949-86F886E08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31914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6E11E9E-7FB0-B2CE-8B71-F039AD663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0B3C5ED-49F0-365E-97DC-F31A826F1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1C8F7C52-C420-3816-0048-BE9304212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9147F4F-00BD-D4A3-BF1D-2F5B9A868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73E1267-B01E-C313-A6C7-44F2A6AC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21206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F40896B-8E57-10E1-8CB0-DCF22C008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A247DB4-A049-C702-80B0-EFE74E7BC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4DC0E180-23A0-ED5D-7535-D89A46C7C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C0CCB72-831A-63B8-FAF5-3D26EFDD1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BB46A3D-19F2-D6B6-6625-9A2E58A9B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951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2789EE4-561B-C541-68B6-D0F913B4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A95B5EF-014B-B1EC-5674-C74B13325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B61603E9-4038-3C8F-04EC-30728A8A12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51A2E86D-6FA6-8563-913D-30C21825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3223C58-F18D-F490-DB19-BF428853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893DF19F-2EFA-C882-EBF8-AAC08150F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3176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C75A2BB-2080-F057-6433-B2F69005C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100723F2-09DE-4B2A-000C-B0039A494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16D08378-9354-1DB4-9468-A8D384AFC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576C82F-7528-E399-ED4B-30E4C54706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3A7C1CB0-FD1A-CAD6-4C10-982DEA0C64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99A6F346-C988-71CC-E02C-6E7DE217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D209F27A-CBFA-BBB3-78A3-B79F473C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6251204D-8E9A-63F3-B9B5-018614E1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8479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B9CC179-8A42-3A2B-DB44-237AFE892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7C21DE2F-636D-087C-724B-7BD8729F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C113B8ED-A8C3-360F-2A21-8C80A8F2B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4D95A74-59CE-6616-EDE6-54761DA3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09548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C72C035C-5D0E-120B-8CFB-112D52078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D2F97F1B-22C0-F1EE-B229-65E393CFB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C4766385-B9DD-E174-CAC1-F2503B1C7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99195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5F2CE69-4563-55F1-4B7B-0988572A9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95876BA-FF34-C9F1-87A4-AF26873EF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B26F43B-52D0-21E1-05D8-A5406F0EA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D32C8DAE-EEA6-AA12-D086-631ACCB56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B7E69387-0B99-6089-8328-5A1087CF8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0D77629E-6EA6-3888-DDFC-588FEE9E3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11011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9E23A19-4564-D4D8-CF80-3C649A74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8513EBE8-4C5B-747A-27C4-3362262026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A57FEBEC-1276-1D42-4DF0-3E70CCB044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BE03EA2E-D125-B0DC-FC8B-36D0FF293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9B13D015-6323-12EA-D8D5-4068EBF3A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EA2093E8-A63F-2DEE-2EFD-459A3FA22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519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AFCBD35-EAA7-B05B-9886-EE982756E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7CEBCAE3-D15B-E3D7-9DE6-DF88FBD23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204DBB5-27A2-29A8-C9B8-B51A77BEF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12F7EF5-3305-64E9-E733-0E782076C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ED18511-DB5B-3D8E-58CF-1E86486AB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7734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F7E41DF0-8AA9-AAA5-115C-545E320677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F29951AB-E0E4-FEF9-B399-32FB313D7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03515DA-4917-D5BB-B675-010F5EF48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89C97D9-85C3-74B5-3D81-BEA5C759E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B1CF6EE-02ED-381C-14D5-05BDC1FCC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6601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27EE3480-20B8-CF70-997A-19F4256BF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E6ECBB7B-9487-8997-0957-B5161EA8A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7D6ADD5C-4E6A-2544-DAFD-5F8F718D8A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C91638F-ECA9-CE63-62D9-DEA9B439C7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E53F0EF-FAE6-8FFF-4F42-A23A5362B6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83588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158689D-0947-714C-B7DC-04F6CB0BC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Pontus Unit Builder</a:t>
            </a:r>
            <a:endParaRPr lang="sv-SE" sz="4800">
              <a:solidFill>
                <a:srgbClr val="FFFFFF"/>
              </a:solidFill>
            </a:endParaRP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29A4E227-E2CD-ABA5-B9E6-AA194B9E3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84050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6EB7922-D1A9-2E36-99DF-7FF7CC92058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4773" r="90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72AB9B4-6B5C-8E61-7EAC-280A4FA14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En unit behöver 3 grejer</a:t>
            </a:r>
            <a:endParaRPr lang="sv-SE"/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C9EBB8A2-E0BF-0806-E6C3-8F9E32886D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99105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68312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3C31A-A159-3EA4-60F6-64D469E9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53359A3-9086-005E-FB03-1D9845DB8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/>
              <a:t>Button UI Prefab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E6D2E16-7485-BE2F-B8AB-DA2ADECE9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 dirty="0"/>
              <a:t>Det </a:t>
            </a:r>
            <a:r>
              <a:rPr lang="en-US" sz="2000" dirty="0" err="1"/>
              <a:t>här</a:t>
            </a:r>
            <a:r>
              <a:rPr lang="en-US" sz="2000" dirty="0"/>
              <a:t> är </a:t>
            </a:r>
            <a:r>
              <a:rPr lang="en-US" sz="2000" dirty="0" err="1"/>
              <a:t>vad</a:t>
            </a:r>
            <a:r>
              <a:rPr lang="en-US" sz="2000" dirty="0"/>
              <a:t> </a:t>
            </a:r>
            <a:r>
              <a:rPr lang="en-US" sz="2000" dirty="0" err="1"/>
              <a:t>spelaren</a:t>
            </a:r>
            <a:r>
              <a:rPr lang="en-US" sz="2000" dirty="0"/>
              <a:t> </a:t>
            </a:r>
            <a:r>
              <a:rPr lang="en-US" sz="2000" dirty="0" err="1"/>
              <a:t>kommer</a:t>
            </a:r>
            <a:r>
              <a:rPr lang="en-US" sz="2000" dirty="0"/>
              <a:t> se</a:t>
            </a:r>
          </a:p>
          <a:p>
            <a:r>
              <a:rPr lang="en-US" sz="2000" dirty="0"/>
              <a:t>I </a:t>
            </a:r>
            <a:r>
              <a:rPr lang="en-US" sz="2000" dirty="0" err="1"/>
              <a:t>framtiden</a:t>
            </a:r>
            <a:r>
              <a:rPr lang="en-US" sz="2000" dirty="0"/>
              <a:t> är det </a:t>
            </a:r>
            <a:r>
              <a:rPr lang="en-US" sz="2000" dirty="0" err="1"/>
              <a:t>här</a:t>
            </a:r>
            <a:r>
              <a:rPr lang="en-US" sz="2000" dirty="0"/>
              <a:t> Korten I </a:t>
            </a:r>
            <a:r>
              <a:rPr lang="en-US" sz="2000" dirty="0" err="1"/>
              <a:t>handen</a:t>
            </a:r>
            <a:endParaRPr lang="en-US" sz="2000" dirty="0"/>
          </a:p>
          <a:p>
            <a:r>
              <a:rPr lang="en-US" sz="2000" dirty="0"/>
              <a:t>Dels </a:t>
            </a:r>
            <a:r>
              <a:rPr lang="en-US" sz="2000" dirty="0" err="1"/>
              <a:t>finns</a:t>
            </a:r>
            <a:r>
              <a:rPr lang="en-US" sz="2000" dirty="0"/>
              <a:t> Unit Card UI </a:t>
            </a:r>
            <a:r>
              <a:rPr lang="en-US" sz="2000" dirty="0" err="1"/>
              <a:t>som</a:t>
            </a:r>
            <a:r>
              <a:rPr lang="en-US" sz="2000" dirty="0"/>
              <a:t> ska </a:t>
            </a:r>
            <a:r>
              <a:rPr lang="en-US" sz="2000" dirty="0" err="1"/>
              <a:t>fyllas</a:t>
            </a:r>
            <a:r>
              <a:rPr lang="en-US" sz="2000" dirty="0"/>
              <a:t> med information. </a:t>
            </a:r>
            <a:r>
              <a:rPr lang="en-US" sz="2000" dirty="0" err="1"/>
              <a:t>Viktigaste</a:t>
            </a:r>
            <a:r>
              <a:rPr lang="en-US" sz="2000" dirty="0"/>
              <a:t> är de under </a:t>
            </a:r>
            <a:r>
              <a:rPr lang="en-US" sz="2000" b="1" dirty="0"/>
              <a:t>References</a:t>
            </a:r>
            <a:endParaRPr lang="en-US" sz="2000" dirty="0"/>
          </a:p>
          <a:p>
            <a:r>
              <a:rPr lang="en-US" sz="2000" dirty="0"/>
              <a:t>Sen ska </a:t>
            </a:r>
            <a:r>
              <a:rPr lang="en-US" sz="2000" dirty="0" err="1"/>
              <a:t>varje</a:t>
            </a:r>
            <a:r>
              <a:rPr lang="en-US" sz="2000" dirty="0"/>
              <a:t> child </a:t>
            </a:r>
            <a:r>
              <a:rPr lang="en-US" sz="2000" dirty="0" err="1"/>
              <a:t>få</a:t>
            </a:r>
            <a:r>
              <a:rPr lang="en-US" sz="2000" dirty="0"/>
              <a:t> info </a:t>
            </a:r>
            <a:r>
              <a:rPr lang="en-US" sz="2000" dirty="0" err="1"/>
              <a:t>som</a:t>
            </a:r>
            <a:r>
              <a:rPr lang="en-US" sz="2000" dirty="0"/>
              <a:t> ikon, </a:t>
            </a:r>
            <a:r>
              <a:rPr lang="en-US" sz="2000" dirty="0" err="1"/>
              <a:t>namn</a:t>
            </a:r>
            <a:r>
              <a:rPr lang="en-US" sz="2000" dirty="0"/>
              <a:t> etc.</a:t>
            </a:r>
            <a:endParaRPr lang="sv-SE" sz="2000" dirty="0"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D67B6ABF-1125-A07E-FD7D-307825245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883" y="3985032"/>
            <a:ext cx="3712869" cy="1233470"/>
          </a:xfrm>
          <a:prstGeom prst="rect">
            <a:avLst/>
          </a:prstGeom>
        </p:spPr>
      </p:pic>
      <p:pic>
        <p:nvPicPr>
          <p:cNvPr id="5" name="Bildobjekt 4">
            <a:extLst>
              <a:ext uri="{FF2B5EF4-FFF2-40B4-BE49-F238E27FC236}">
                <a16:creationId xmlns:a16="http://schemas.microsoft.com/office/drawing/2014/main" id="{457FE10A-0FCF-470C-45EE-9A49F9661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875" y="776009"/>
            <a:ext cx="3398883" cy="224326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542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D47063-DEBF-3B9F-9663-450A1A9E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716" y="499397"/>
            <a:ext cx="5929422" cy="1640180"/>
          </a:xfrm>
        </p:spPr>
        <p:txBody>
          <a:bodyPr anchor="b">
            <a:normAutofit/>
          </a:bodyPr>
          <a:lstStyle/>
          <a:p>
            <a:r>
              <a:rPr lang="en-US" sz="4000"/>
              <a:t>Unit Definition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3E2D60A-07D6-4158-5D3D-D4C7BA3BB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9717" y="2423821"/>
            <a:ext cx="5929422" cy="3519780"/>
          </a:xfrm>
        </p:spPr>
        <p:txBody>
          <a:bodyPr>
            <a:normAutofit/>
          </a:bodyPr>
          <a:lstStyle/>
          <a:p>
            <a:r>
              <a:rPr lang="en-US" sz="2000" dirty="0"/>
              <a:t>En unit definition </a:t>
            </a:r>
            <a:r>
              <a:rPr lang="en-US" sz="2000" dirty="0" err="1"/>
              <a:t>definerar</a:t>
            </a:r>
            <a:r>
              <a:rPr lang="en-US" sz="2000" dirty="0"/>
              <a:t> </a:t>
            </a:r>
            <a:r>
              <a:rPr lang="en-US" sz="2000" dirty="0" err="1"/>
              <a:t>vad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unit är</a:t>
            </a:r>
          </a:p>
          <a:p>
            <a:r>
              <a:rPr lang="en-US" sz="2000" dirty="0" err="1"/>
              <a:t>Här</a:t>
            </a:r>
            <a:r>
              <a:rPr lang="en-US" sz="2000" dirty="0"/>
              <a:t> </a:t>
            </a:r>
            <a:r>
              <a:rPr lang="en-US" sz="2000" dirty="0" err="1"/>
              <a:t>skrivs</a:t>
            </a:r>
            <a:r>
              <a:rPr lang="en-US" sz="2000" dirty="0"/>
              <a:t> all relevant data in</a:t>
            </a:r>
          </a:p>
          <a:p>
            <a:r>
              <a:rPr lang="en-US" sz="2000" dirty="0"/>
              <a:t>Triangle footprints </a:t>
            </a:r>
            <a:r>
              <a:rPr lang="en-US" sz="2000" dirty="0" err="1"/>
              <a:t>skapas</a:t>
            </a:r>
            <a:r>
              <a:rPr lang="en-US" sz="2000" dirty="0"/>
              <a:t> via </a:t>
            </a:r>
            <a:r>
              <a:rPr lang="en-US" sz="2000" dirty="0" err="1"/>
              <a:t>scenen</a:t>
            </a:r>
            <a:r>
              <a:rPr lang="en-US" sz="2000" dirty="0"/>
              <a:t> </a:t>
            </a:r>
            <a:r>
              <a:rPr lang="en-US" sz="2000" b="1" dirty="0"/>
              <a:t>Unit Builder</a:t>
            </a:r>
            <a:endParaRPr lang="sv-SE" sz="2000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D27E6685-44E5-B95A-4981-C401214FD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506" y="1449291"/>
            <a:ext cx="3765176" cy="385184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1707E60-CEC9-4661-AA82-69242EB4B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035CD8-AE30-4146-96F2-036B0CE5E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300" y="6406115"/>
            <a:ext cx="4076698" cy="464399"/>
          </a:xfrm>
          <a:prstGeom prst="rect">
            <a:avLst/>
          </a:prstGeom>
          <a:gradFill>
            <a:gsLst>
              <a:gs pos="1900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72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52BB69-C544-B326-81CF-7FFA5CA0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9EB1EAB-DF0B-DEBD-2A95-782D6EC85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 dirty="0"/>
              <a:t>Unit Prefab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C8A01D7-B240-AC5A-74CD-920207293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/>
              <a:t>En unit prefab är vad som spawnas</a:t>
            </a:r>
          </a:p>
          <a:p>
            <a:r>
              <a:rPr lang="en-US" sz="2000"/>
              <a:t>Här finns referens till Unit Definition</a:t>
            </a:r>
          </a:p>
          <a:p>
            <a:r>
              <a:rPr lang="en-US" sz="2000"/>
              <a:t>Dessutom Finns visuella komponenten (nuvarade sprite)</a:t>
            </a:r>
            <a:endParaRPr lang="sv-SE" sz="2000"/>
          </a:p>
        </p:txBody>
      </p:sp>
      <p:pic>
        <p:nvPicPr>
          <p:cNvPr id="7" name="Platshållare för innehåll 8">
            <a:extLst>
              <a:ext uri="{FF2B5EF4-FFF2-40B4-BE49-F238E27FC236}">
                <a16:creationId xmlns:a16="http://schemas.microsoft.com/office/drawing/2014/main" id="{A9C7D9F7-2ABC-9778-36DA-0A3183C2A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766" y="897326"/>
            <a:ext cx="3712869" cy="2014230"/>
          </a:xfrm>
          <a:prstGeom prst="rect">
            <a:avLst/>
          </a:prstGeom>
        </p:spPr>
      </p:pic>
      <p:pic>
        <p:nvPicPr>
          <p:cNvPr id="6" name="Bildobjekt 5">
            <a:extLst>
              <a:ext uri="{FF2B5EF4-FFF2-40B4-BE49-F238E27FC236}">
                <a16:creationId xmlns:a16="http://schemas.microsoft.com/office/drawing/2014/main" id="{64781122-F1E6-BA55-92C2-388C2AFF3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539" y="3375824"/>
            <a:ext cx="2694610" cy="224326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69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F521FC-D2E9-1001-B60E-AF4D7DF365B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9125" r="9091" b="426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33EF40A-278F-8936-E545-45DFEA1BB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Hur det hänger ihop</a:t>
            </a:r>
            <a:endParaRPr lang="sv-SE" dirty="0"/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F3CAB426-E062-0710-249A-F138C19112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742304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7199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1215168-5831-8FDC-1F8B-8AB097F15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/>
              <a:t>Unit Builder Scenen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F057F96-EBDE-9876-1707-D7D9DBD0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 dirty="0"/>
              <a:t>I unit builder är det </a:t>
            </a:r>
            <a:r>
              <a:rPr lang="en-US" sz="2000" dirty="0" err="1"/>
              <a:t>viktigt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man </a:t>
            </a:r>
            <a:r>
              <a:rPr lang="en-US" sz="2000" dirty="0" err="1"/>
              <a:t>stoppar</a:t>
            </a:r>
            <a:r>
              <a:rPr lang="en-US" sz="2000" dirty="0"/>
              <a:t> in den Unit Definition man </a:t>
            </a:r>
            <a:r>
              <a:rPr lang="en-US" sz="2000" dirty="0" err="1"/>
              <a:t>vill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endParaRPr lang="en-US" sz="2000" dirty="0"/>
          </a:p>
          <a:p>
            <a:r>
              <a:rPr lang="en-US" sz="2000" dirty="0"/>
              <a:t>På </a:t>
            </a:r>
            <a:r>
              <a:rPr lang="en-US" sz="2000" dirty="0" err="1"/>
              <a:t>toppen</a:t>
            </a:r>
            <a:r>
              <a:rPr lang="en-US" sz="2000" dirty="0"/>
              <a:t> </a:t>
            </a:r>
            <a:r>
              <a:rPr lang="en-US" sz="2000" dirty="0" err="1"/>
              <a:t>finns</a:t>
            </a:r>
            <a:r>
              <a:rPr lang="en-US" sz="2000" dirty="0"/>
              <a:t> </a:t>
            </a:r>
            <a:r>
              <a:rPr lang="en-US" sz="2000" dirty="0" err="1"/>
              <a:t>inställningar</a:t>
            </a:r>
            <a:r>
              <a:rPr lang="en-US" sz="2000" dirty="0"/>
              <a:t> för </a:t>
            </a:r>
            <a:r>
              <a:rPr lang="en-US" sz="2000" dirty="0" err="1"/>
              <a:t>vad</a:t>
            </a:r>
            <a:r>
              <a:rPr lang="en-US" sz="2000" dirty="0"/>
              <a:t> du </a:t>
            </a:r>
            <a:r>
              <a:rPr lang="en-US" sz="2000" dirty="0" err="1"/>
              <a:t>vill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r>
              <a:rPr lang="en-US" sz="2000" dirty="0"/>
              <a:t>. </a:t>
            </a:r>
            <a:r>
              <a:rPr lang="en-US" sz="2000" dirty="0" err="1"/>
              <a:t>Viktigt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Klicka </a:t>
            </a:r>
            <a:r>
              <a:rPr lang="en-US" sz="2000" b="1" dirty="0"/>
              <a:t>Finished</a:t>
            </a:r>
            <a:endParaRPr lang="en-US" sz="2000" dirty="0"/>
          </a:p>
          <a:p>
            <a:r>
              <a:rPr lang="en-US" sz="2000" dirty="0"/>
              <a:t>På </a:t>
            </a:r>
            <a:r>
              <a:rPr lang="en-US" sz="2000" dirty="0" err="1"/>
              <a:t>toppen</a:t>
            </a:r>
            <a:r>
              <a:rPr lang="en-US" sz="2000" dirty="0"/>
              <a:t> </a:t>
            </a:r>
            <a:r>
              <a:rPr lang="en-US" sz="2000" dirty="0" err="1"/>
              <a:t>använd</a:t>
            </a:r>
            <a:r>
              <a:rPr lang="en-US" sz="2000" dirty="0"/>
              <a:t> </a:t>
            </a:r>
            <a:r>
              <a:rPr lang="en-US" sz="2000" b="1" dirty="0"/>
              <a:t>Up / Down</a:t>
            </a:r>
            <a:r>
              <a:rPr lang="en-US" sz="2000" dirty="0"/>
              <a:t> Knappen för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r>
              <a:rPr lang="en-US" sz="2000" dirty="0"/>
              <a:t> </a:t>
            </a:r>
            <a:r>
              <a:rPr lang="en-US" sz="2000" dirty="0" err="1"/>
              <a:t>riktningen</a:t>
            </a:r>
            <a:r>
              <a:rPr lang="en-US" sz="2000" dirty="0"/>
              <a:t> på alla </a:t>
            </a:r>
            <a:r>
              <a:rPr lang="en-US" sz="2000" dirty="0" err="1"/>
              <a:t>trianglar</a:t>
            </a:r>
            <a:endParaRPr lang="en-US" sz="2000" dirty="0"/>
          </a:p>
          <a:p>
            <a:r>
              <a:rPr lang="en-US" sz="2000" dirty="0" err="1"/>
              <a:t>Där</a:t>
            </a:r>
            <a:r>
              <a:rPr lang="en-US" sz="2000" dirty="0"/>
              <a:t> </a:t>
            </a:r>
            <a:r>
              <a:rPr lang="en-US" sz="2000" dirty="0" err="1"/>
              <a:t>nere</a:t>
            </a:r>
            <a:r>
              <a:rPr lang="en-US" sz="2000" dirty="0"/>
              <a:t> </a:t>
            </a:r>
            <a:r>
              <a:rPr lang="en-US" sz="2000" dirty="0" err="1"/>
              <a:t>finns</a:t>
            </a:r>
            <a:r>
              <a:rPr lang="en-US" sz="2000" dirty="0"/>
              <a:t> </a:t>
            </a:r>
            <a:r>
              <a:rPr lang="en-US" sz="2000" dirty="0" err="1"/>
              <a:t>verktyg</a:t>
            </a:r>
            <a:r>
              <a:rPr lang="en-US" sz="2000" dirty="0"/>
              <a:t> för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markera</a:t>
            </a:r>
            <a:r>
              <a:rPr lang="en-US" sz="2000" dirty="0"/>
              <a:t> </a:t>
            </a:r>
            <a:r>
              <a:rPr lang="en-US" sz="2000" dirty="0" err="1"/>
              <a:t>trianglar</a:t>
            </a:r>
            <a:endParaRPr lang="en-US" sz="2000" dirty="0"/>
          </a:p>
          <a:p>
            <a:r>
              <a:rPr lang="en-US" sz="2000" dirty="0" err="1"/>
              <a:t>Dubbelkolla</a:t>
            </a:r>
            <a:r>
              <a:rPr lang="en-US" sz="2000" dirty="0"/>
              <a:t> din unit definition </a:t>
            </a:r>
            <a:r>
              <a:rPr lang="en-US" sz="2000" dirty="0" err="1"/>
              <a:t>att</a:t>
            </a:r>
            <a:r>
              <a:rPr lang="en-US" sz="2000" dirty="0"/>
              <a:t> Up/Down anchor </a:t>
            </a:r>
            <a:r>
              <a:rPr lang="en-US" sz="2000" dirty="0" err="1"/>
              <a:t>inte</a:t>
            </a:r>
            <a:r>
              <a:rPr lang="en-US" sz="2000" dirty="0"/>
              <a:t> är </a:t>
            </a:r>
            <a:r>
              <a:rPr lang="en-US" sz="2000" dirty="0" err="1"/>
              <a:t>tomma</a:t>
            </a:r>
            <a:r>
              <a:rPr lang="en-US" sz="2000" dirty="0"/>
              <a:t> </a:t>
            </a:r>
            <a:r>
              <a:rPr lang="en-US" sz="2000" dirty="0" err="1"/>
              <a:t>listor</a:t>
            </a:r>
            <a:endParaRPr lang="sv-SE" sz="2000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326B3ED3-1F5D-9400-942A-CA492B202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518" y="799365"/>
            <a:ext cx="3453364" cy="2210153"/>
          </a:xfrm>
          <a:prstGeom prst="rect">
            <a:avLst/>
          </a:prstGeom>
        </p:spPr>
      </p:pic>
      <p:pic>
        <p:nvPicPr>
          <p:cNvPr id="7" name="Bildobjekt 6">
            <a:extLst>
              <a:ext uri="{FF2B5EF4-FFF2-40B4-BE49-F238E27FC236}">
                <a16:creationId xmlns:a16="http://schemas.microsoft.com/office/drawing/2014/main" id="{5D5703C9-3C8E-0962-05AB-7150612E4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018" y="3375824"/>
            <a:ext cx="2451653" cy="224326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73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DC2D31-4868-D1DA-9F27-DC7F79D05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6708FAB-3898-47A9-B05A-AB9ECBD9E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1DDEB9B-1FCB-7CA4-28A1-4F349843A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8" y="457201"/>
            <a:ext cx="10117810" cy="1150470"/>
          </a:xfrm>
        </p:spPr>
        <p:txBody>
          <a:bodyPr anchor="b">
            <a:normAutofit/>
          </a:bodyPr>
          <a:lstStyle/>
          <a:p>
            <a:r>
              <a:rPr lang="en-US" sz="4000" dirty="0"/>
              <a:t>Triangle Grid </a:t>
            </a:r>
            <a:r>
              <a:rPr lang="en-US" sz="4000"/>
              <a:t>Scenen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318F2BA-4C87-538A-FCE4-ABFE13949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0286" y="1980775"/>
            <a:ext cx="6001836" cy="3632824"/>
          </a:xfrm>
        </p:spPr>
        <p:txBody>
          <a:bodyPr anchor="t">
            <a:normAutofit/>
          </a:bodyPr>
          <a:lstStyle/>
          <a:p>
            <a:r>
              <a:rPr lang="en-US" sz="2000" dirty="0"/>
              <a:t>Det </a:t>
            </a:r>
            <a:r>
              <a:rPr lang="en-US" sz="2000" dirty="0" err="1"/>
              <a:t>här</a:t>
            </a:r>
            <a:r>
              <a:rPr lang="en-US" sz="2000" dirty="0"/>
              <a:t> är </a:t>
            </a:r>
            <a:r>
              <a:rPr lang="en-US" sz="2000" dirty="0" err="1"/>
              <a:t>scenen</a:t>
            </a:r>
            <a:r>
              <a:rPr lang="en-US" sz="2000" dirty="0"/>
              <a:t> </a:t>
            </a:r>
            <a:r>
              <a:rPr lang="en-US" sz="2000" dirty="0" err="1"/>
              <a:t>där</a:t>
            </a:r>
            <a:r>
              <a:rPr lang="en-US" sz="2000" dirty="0"/>
              <a:t> </a:t>
            </a:r>
            <a:r>
              <a:rPr lang="en-US" sz="2000" dirty="0" err="1"/>
              <a:t>kartan</a:t>
            </a:r>
            <a:r>
              <a:rPr lang="en-US" sz="2000" dirty="0"/>
              <a:t> är </a:t>
            </a:r>
            <a:r>
              <a:rPr lang="en-US" sz="2000" dirty="0" err="1"/>
              <a:t>byggd</a:t>
            </a:r>
            <a:r>
              <a:rPr lang="en-US" sz="2000" dirty="0"/>
              <a:t>.</a:t>
            </a:r>
          </a:p>
          <a:p>
            <a:r>
              <a:rPr lang="en-US" sz="2000" dirty="0"/>
              <a:t>Det </a:t>
            </a:r>
            <a:r>
              <a:rPr lang="en-US" sz="2000" dirty="0" err="1"/>
              <a:t>enda</a:t>
            </a:r>
            <a:r>
              <a:rPr lang="en-US" sz="2000" dirty="0"/>
              <a:t> du </a:t>
            </a:r>
            <a:r>
              <a:rPr lang="en-US" sz="2000" dirty="0" err="1"/>
              <a:t>behöver</a:t>
            </a:r>
            <a:r>
              <a:rPr lang="en-US" sz="2000" dirty="0"/>
              <a:t> göra är </a:t>
            </a:r>
            <a:r>
              <a:rPr lang="en-US" sz="2000" dirty="0" err="1"/>
              <a:t>att</a:t>
            </a:r>
            <a:r>
              <a:rPr lang="en-US" sz="2000" dirty="0"/>
              <a:t> se till </a:t>
            </a:r>
            <a:r>
              <a:rPr lang="en-US" sz="2000" dirty="0" err="1"/>
              <a:t>att</a:t>
            </a:r>
            <a:r>
              <a:rPr lang="en-US" sz="2000" dirty="0"/>
              <a:t> Uin </a:t>
            </a:r>
            <a:r>
              <a:rPr lang="en-US" sz="2000" dirty="0" err="1"/>
              <a:t>har</a:t>
            </a:r>
            <a:r>
              <a:rPr lang="en-US" sz="2000" dirty="0"/>
              <a:t> din UI Button Prefab </a:t>
            </a:r>
            <a:r>
              <a:rPr lang="en-US" sz="2000" dirty="0" err="1"/>
              <a:t>likt</a:t>
            </a:r>
            <a:r>
              <a:rPr lang="en-US" sz="2000" dirty="0"/>
              <a:t> </a:t>
            </a:r>
            <a:r>
              <a:rPr lang="en-US" sz="2000" dirty="0" err="1"/>
              <a:t>bilden</a:t>
            </a:r>
            <a:r>
              <a:rPr lang="en-US" sz="2000" dirty="0"/>
              <a:t>.</a:t>
            </a:r>
          </a:p>
          <a:p>
            <a:r>
              <a:rPr lang="en-US" sz="2000" dirty="0"/>
              <a:t>Sen </a:t>
            </a:r>
            <a:r>
              <a:rPr lang="en-US" sz="2000" dirty="0" err="1"/>
              <a:t>dubbelchecka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allt</a:t>
            </a:r>
            <a:r>
              <a:rPr lang="en-US" sz="2000" dirty="0"/>
              <a:t> stammer</a:t>
            </a:r>
          </a:p>
          <a:p>
            <a:r>
              <a:rPr lang="en-US" sz="2000" dirty="0"/>
              <a:t>På </a:t>
            </a:r>
            <a:r>
              <a:rPr lang="en-US" sz="2000" dirty="0" err="1"/>
              <a:t>bilden</a:t>
            </a:r>
            <a:r>
              <a:rPr lang="en-US" sz="2000" dirty="0"/>
              <a:t> ser du </a:t>
            </a:r>
            <a:r>
              <a:rPr lang="en-US" sz="2000" dirty="0" err="1"/>
              <a:t>hur</a:t>
            </a:r>
            <a:r>
              <a:rPr lang="en-US" sz="2000" dirty="0"/>
              <a:t> du </a:t>
            </a:r>
            <a:r>
              <a:rPr lang="en-US" sz="2000" dirty="0" err="1"/>
              <a:t>hittar</a:t>
            </a:r>
            <a:r>
              <a:rPr lang="en-US" sz="2000" dirty="0"/>
              <a:t> </a:t>
            </a:r>
            <a:r>
              <a:rPr lang="en-US" sz="2000" dirty="0" err="1"/>
              <a:t>dit</a:t>
            </a:r>
            <a:endParaRPr lang="sv-SE" sz="2000" dirty="0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1009BADF-A522-DEDB-8CAA-28763C9AD9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72" r="38165"/>
          <a:stretch>
            <a:fillRect/>
          </a:stretch>
        </p:blipFill>
        <p:spPr>
          <a:xfrm>
            <a:off x="7646838" y="1980775"/>
            <a:ext cx="3748858" cy="363282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E438CA0-CB4D-4C94-8C39-9C7FC9BBE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1962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2C05E3-84E7-4957-95EF-B471CBF7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1962"/>
            <a:ext cx="4076698" cy="464399"/>
          </a:xfrm>
          <a:prstGeom prst="rect">
            <a:avLst/>
          </a:prstGeom>
          <a:gradFill>
            <a:gsLst>
              <a:gs pos="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238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247</Words>
  <Application>Microsoft Office PowerPoint</Application>
  <PresentationFormat>Bredbild</PresentationFormat>
  <Paragraphs>33</Paragraphs>
  <Slides>8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Office-tema</vt:lpstr>
      <vt:lpstr>Pontus Unit Builder</vt:lpstr>
      <vt:lpstr>En unit behöver 3 grejer</vt:lpstr>
      <vt:lpstr>Button UI Prefab</vt:lpstr>
      <vt:lpstr>Unit Definition</vt:lpstr>
      <vt:lpstr>Unit Prefab</vt:lpstr>
      <vt:lpstr>Hur det hänger ihop</vt:lpstr>
      <vt:lpstr>Unit Builder Scenen</vt:lpstr>
      <vt:lpstr>Triangle Grid Scenen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Pontus Rapp</dc:creator>
  <cp:lastModifiedBy>Pontus Rapp</cp:lastModifiedBy>
  <cp:revision>1</cp:revision>
  <dcterms:created xsi:type="dcterms:W3CDTF">2026-07-15T20:44:44Z</dcterms:created>
  <dcterms:modified xsi:type="dcterms:W3CDTF">2026-07-15T21:02:30Z</dcterms:modified>
</cp:coreProperties>
</file>