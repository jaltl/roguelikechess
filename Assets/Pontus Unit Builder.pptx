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60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AF7EC9B-E4BE-42C2-9C54-FE101322F5B6}" type="doc">
      <dgm:prSet loTypeId="urn:microsoft.com/office/officeart/2005/8/layout/hierarchy1" loCatId="hierarchy" qsTypeId="urn:microsoft.com/office/officeart/2005/8/quickstyle/simple5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48BD687-449A-4797-A0D3-7B06551E1ABD}">
      <dgm:prSet/>
      <dgm:spPr/>
      <dgm:t>
        <a:bodyPr/>
        <a:lstStyle/>
        <a:p>
          <a:r>
            <a:rPr lang="en-US" dirty="0"/>
            <a:t>UI Button Prefab</a:t>
          </a:r>
        </a:p>
      </dgm:t>
    </dgm:pt>
    <dgm:pt modelId="{4605E369-2C5C-495C-9E88-180CC035866E}" type="parTrans" cxnId="{D3898CE0-593A-4FDD-A9E7-133ACECD75A8}">
      <dgm:prSet/>
      <dgm:spPr/>
      <dgm:t>
        <a:bodyPr/>
        <a:lstStyle/>
        <a:p>
          <a:endParaRPr lang="en-US"/>
        </a:p>
      </dgm:t>
    </dgm:pt>
    <dgm:pt modelId="{091D725F-5CCF-4951-B19F-BED51D1125AD}" type="sibTrans" cxnId="{D3898CE0-593A-4FDD-A9E7-133ACECD75A8}">
      <dgm:prSet/>
      <dgm:spPr/>
      <dgm:t>
        <a:bodyPr/>
        <a:lstStyle/>
        <a:p>
          <a:endParaRPr lang="en-US"/>
        </a:p>
      </dgm:t>
    </dgm:pt>
    <dgm:pt modelId="{8BD2D37A-FDA6-4D11-8724-EC25935A0CE0}">
      <dgm:prSet/>
      <dgm:spPr/>
      <dgm:t>
        <a:bodyPr/>
        <a:lstStyle/>
        <a:p>
          <a:r>
            <a:rPr lang="en-US" dirty="0"/>
            <a:t>Unit Prefab</a:t>
          </a:r>
        </a:p>
      </dgm:t>
    </dgm:pt>
    <dgm:pt modelId="{965689BA-A386-4509-A9AF-0E0A0B5DD1C4}" type="parTrans" cxnId="{7894F8C2-0AF0-4BD0-A27E-2A3BCFF7CCFD}">
      <dgm:prSet/>
      <dgm:spPr/>
      <dgm:t>
        <a:bodyPr/>
        <a:lstStyle/>
        <a:p>
          <a:endParaRPr lang="en-US"/>
        </a:p>
      </dgm:t>
    </dgm:pt>
    <dgm:pt modelId="{4D1C09AB-3835-4268-8B94-90D9644D6861}" type="sibTrans" cxnId="{7894F8C2-0AF0-4BD0-A27E-2A3BCFF7CCFD}">
      <dgm:prSet/>
      <dgm:spPr/>
      <dgm:t>
        <a:bodyPr/>
        <a:lstStyle/>
        <a:p>
          <a:endParaRPr lang="en-US"/>
        </a:p>
      </dgm:t>
    </dgm:pt>
    <dgm:pt modelId="{A9E93178-A3B0-4D86-B109-D44AE95E728E}">
      <dgm:prSet/>
      <dgm:spPr/>
      <dgm:t>
        <a:bodyPr/>
        <a:lstStyle/>
        <a:p>
          <a:r>
            <a:rPr lang="en-US"/>
            <a:t>Unit Definition</a:t>
          </a:r>
        </a:p>
      </dgm:t>
    </dgm:pt>
    <dgm:pt modelId="{FD83E4B5-7675-4039-825F-377AB191B930}" type="parTrans" cxnId="{771D3647-6960-431F-AA5B-928E404091A5}">
      <dgm:prSet/>
      <dgm:spPr/>
      <dgm:t>
        <a:bodyPr/>
        <a:lstStyle/>
        <a:p>
          <a:endParaRPr lang="sv-SE"/>
        </a:p>
      </dgm:t>
    </dgm:pt>
    <dgm:pt modelId="{6AE2789F-196D-4A21-88F3-4868CC5DB399}" type="sibTrans" cxnId="{771D3647-6960-431F-AA5B-928E404091A5}">
      <dgm:prSet/>
      <dgm:spPr/>
      <dgm:t>
        <a:bodyPr/>
        <a:lstStyle/>
        <a:p>
          <a:endParaRPr lang="sv-SE"/>
        </a:p>
      </dgm:t>
    </dgm:pt>
    <dgm:pt modelId="{E318A0E8-2DA0-481E-AF0B-88751D9BC4B9}" type="pres">
      <dgm:prSet presAssocID="{7AF7EC9B-E4BE-42C2-9C54-FE101322F5B6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50A4686-795F-4293-B012-276A9A139853}" type="pres">
      <dgm:prSet presAssocID="{D48BD687-449A-4797-A0D3-7B06551E1ABD}" presName="hierRoot1" presStyleCnt="0"/>
      <dgm:spPr/>
    </dgm:pt>
    <dgm:pt modelId="{60B14C1F-DBF4-4D8E-A4C0-2DB4F377A11E}" type="pres">
      <dgm:prSet presAssocID="{D48BD687-449A-4797-A0D3-7B06551E1ABD}" presName="composite" presStyleCnt="0"/>
      <dgm:spPr/>
    </dgm:pt>
    <dgm:pt modelId="{274AECA2-A2C6-4293-8387-0DD08C634900}" type="pres">
      <dgm:prSet presAssocID="{D48BD687-449A-4797-A0D3-7B06551E1ABD}" presName="background" presStyleLbl="node0" presStyleIdx="0" presStyleCnt="3"/>
      <dgm:spPr/>
    </dgm:pt>
    <dgm:pt modelId="{4D8E17D3-4DDA-407A-8CA4-524764F70662}" type="pres">
      <dgm:prSet presAssocID="{D48BD687-449A-4797-A0D3-7B06551E1ABD}" presName="text" presStyleLbl="fgAcc0" presStyleIdx="0" presStyleCnt="3">
        <dgm:presLayoutVars>
          <dgm:chPref val="3"/>
        </dgm:presLayoutVars>
      </dgm:prSet>
      <dgm:spPr/>
    </dgm:pt>
    <dgm:pt modelId="{27833DF5-D900-4968-83D8-7FA2DAFF451E}" type="pres">
      <dgm:prSet presAssocID="{D48BD687-449A-4797-A0D3-7B06551E1ABD}" presName="hierChild2" presStyleCnt="0"/>
      <dgm:spPr/>
    </dgm:pt>
    <dgm:pt modelId="{53B31079-6191-4C3B-BFFC-D5550563E947}" type="pres">
      <dgm:prSet presAssocID="{A9E93178-A3B0-4D86-B109-D44AE95E728E}" presName="hierRoot1" presStyleCnt="0"/>
      <dgm:spPr/>
    </dgm:pt>
    <dgm:pt modelId="{445937C8-D356-4978-8015-611388CBA308}" type="pres">
      <dgm:prSet presAssocID="{A9E93178-A3B0-4D86-B109-D44AE95E728E}" presName="composite" presStyleCnt="0"/>
      <dgm:spPr/>
    </dgm:pt>
    <dgm:pt modelId="{122008A8-7DCA-4952-AFED-C89470539ED5}" type="pres">
      <dgm:prSet presAssocID="{A9E93178-A3B0-4D86-B109-D44AE95E728E}" presName="background" presStyleLbl="node0" presStyleIdx="1" presStyleCnt="3"/>
      <dgm:spPr/>
    </dgm:pt>
    <dgm:pt modelId="{F5329F4A-C37A-4F02-88AB-93E7F9657F2A}" type="pres">
      <dgm:prSet presAssocID="{A9E93178-A3B0-4D86-B109-D44AE95E728E}" presName="text" presStyleLbl="fgAcc0" presStyleIdx="1" presStyleCnt="3">
        <dgm:presLayoutVars>
          <dgm:chPref val="3"/>
        </dgm:presLayoutVars>
      </dgm:prSet>
      <dgm:spPr/>
    </dgm:pt>
    <dgm:pt modelId="{8A2AEBE6-AF8A-4DAE-8661-823AE0CD7CF8}" type="pres">
      <dgm:prSet presAssocID="{A9E93178-A3B0-4D86-B109-D44AE95E728E}" presName="hierChild2" presStyleCnt="0"/>
      <dgm:spPr/>
    </dgm:pt>
    <dgm:pt modelId="{8D568D53-EA23-4B25-91D6-9079172EDED5}" type="pres">
      <dgm:prSet presAssocID="{8BD2D37A-FDA6-4D11-8724-EC25935A0CE0}" presName="hierRoot1" presStyleCnt="0"/>
      <dgm:spPr/>
    </dgm:pt>
    <dgm:pt modelId="{DE48D3E0-9A52-417D-AD6F-94E4C3D5F93A}" type="pres">
      <dgm:prSet presAssocID="{8BD2D37A-FDA6-4D11-8724-EC25935A0CE0}" presName="composite" presStyleCnt="0"/>
      <dgm:spPr/>
    </dgm:pt>
    <dgm:pt modelId="{606C66B2-3BE0-4EF5-86FD-114B5BA219CC}" type="pres">
      <dgm:prSet presAssocID="{8BD2D37A-FDA6-4D11-8724-EC25935A0CE0}" presName="background" presStyleLbl="node0" presStyleIdx="2" presStyleCnt="3"/>
      <dgm:spPr/>
    </dgm:pt>
    <dgm:pt modelId="{8B7A3C08-F071-4860-AF10-1E8E8FCE62FF}" type="pres">
      <dgm:prSet presAssocID="{8BD2D37A-FDA6-4D11-8724-EC25935A0CE0}" presName="text" presStyleLbl="fgAcc0" presStyleIdx="2" presStyleCnt="3">
        <dgm:presLayoutVars>
          <dgm:chPref val="3"/>
        </dgm:presLayoutVars>
      </dgm:prSet>
      <dgm:spPr/>
    </dgm:pt>
    <dgm:pt modelId="{8A80818B-AF78-448C-AD8D-9B8008743BB9}" type="pres">
      <dgm:prSet presAssocID="{8BD2D37A-FDA6-4D11-8724-EC25935A0CE0}" presName="hierChild2" presStyleCnt="0"/>
      <dgm:spPr/>
    </dgm:pt>
  </dgm:ptLst>
  <dgm:cxnLst>
    <dgm:cxn modelId="{0EA6325D-3074-49D9-95F9-9A1E0AD48042}" type="presOf" srcId="{8BD2D37A-FDA6-4D11-8724-EC25935A0CE0}" destId="{8B7A3C08-F071-4860-AF10-1E8E8FCE62FF}" srcOrd="0" destOrd="0" presId="urn:microsoft.com/office/officeart/2005/8/layout/hierarchy1"/>
    <dgm:cxn modelId="{771D3647-6960-431F-AA5B-928E404091A5}" srcId="{7AF7EC9B-E4BE-42C2-9C54-FE101322F5B6}" destId="{A9E93178-A3B0-4D86-B109-D44AE95E728E}" srcOrd="1" destOrd="0" parTransId="{FD83E4B5-7675-4039-825F-377AB191B930}" sibTransId="{6AE2789F-196D-4A21-88F3-4868CC5DB399}"/>
    <dgm:cxn modelId="{1389F668-8C47-4F65-AEF9-A42DD1961514}" type="presOf" srcId="{7AF7EC9B-E4BE-42C2-9C54-FE101322F5B6}" destId="{E318A0E8-2DA0-481E-AF0B-88751D9BC4B9}" srcOrd="0" destOrd="0" presId="urn:microsoft.com/office/officeart/2005/8/layout/hierarchy1"/>
    <dgm:cxn modelId="{CBDA7078-8867-4C1F-AE7A-96B254C41A2C}" type="presOf" srcId="{A9E93178-A3B0-4D86-B109-D44AE95E728E}" destId="{F5329F4A-C37A-4F02-88AB-93E7F9657F2A}" srcOrd="0" destOrd="0" presId="urn:microsoft.com/office/officeart/2005/8/layout/hierarchy1"/>
    <dgm:cxn modelId="{3E6A037A-7513-4791-AAF1-4D75E6C0082A}" type="presOf" srcId="{D48BD687-449A-4797-A0D3-7B06551E1ABD}" destId="{4D8E17D3-4DDA-407A-8CA4-524764F70662}" srcOrd="0" destOrd="0" presId="urn:microsoft.com/office/officeart/2005/8/layout/hierarchy1"/>
    <dgm:cxn modelId="{7894F8C2-0AF0-4BD0-A27E-2A3BCFF7CCFD}" srcId="{7AF7EC9B-E4BE-42C2-9C54-FE101322F5B6}" destId="{8BD2D37A-FDA6-4D11-8724-EC25935A0CE0}" srcOrd="2" destOrd="0" parTransId="{965689BA-A386-4509-A9AF-0E0A0B5DD1C4}" sibTransId="{4D1C09AB-3835-4268-8B94-90D9644D6861}"/>
    <dgm:cxn modelId="{D3898CE0-593A-4FDD-A9E7-133ACECD75A8}" srcId="{7AF7EC9B-E4BE-42C2-9C54-FE101322F5B6}" destId="{D48BD687-449A-4797-A0D3-7B06551E1ABD}" srcOrd="0" destOrd="0" parTransId="{4605E369-2C5C-495C-9E88-180CC035866E}" sibTransId="{091D725F-5CCF-4951-B19F-BED51D1125AD}"/>
    <dgm:cxn modelId="{87F82CFB-E323-4899-824A-2BEDF33D5D2B}" type="presParOf" srcId="{E318A0E8-2DA0-481E-AF0B-88751D9BC4B9}" destId="{B50A4686-795F-4293-B012-276A9A139853}" srcOrd="0" destOrd="0" presId="urn:microsoft.com/office/officeart/2005/8/layout/hierarchy1"/>
    <dgm:cxn modelId="{D80E4045-8CB6-48D2-9B8E-BAEAF4553528}" type="presParOf" srcId="{B50A4686-795F-4293-B012-276A9A139853}" destId="{60B14C1F-DBF4-4D8E-A4C0-2DB4F377A11E}" srcOrd="0" destOrd="0" presId="urn:microsoft.com/office/officeart/2005/8/layout/hierarchy1"/>
    <dgm:cxn modelId="{005DA9E9-F35E-40E9-9FE7-5D115C82561B}" type="presParOf" srcId="{60B14C1F-DBF4-4D8E-A4C0-2DB4F377A11E}" destId="{274AECA2-A2C6-4293-8387-0DD08C634900}" srcOrd="0" destOrd="0" presId="urn:microsoft.com/office/officeart/2005/8/layout/hierarchy1"/>
    <dgm:cxn modelId="{F2BECD38-0AE0-4881-A80D-B19AE74B092A}" type="presParOf" srcId="{60B14C1F-DBF4-4D8E-A4C0-2DB4F377A11E}" destId="{4D8E17D3-4DDA-407A-8CA4-524764F70662}" srcOrd="1" destOrd="0" presId="urn:microsoft.com/office/officeart/2005/8/layout/hierarchy1"/>
    <dgm:cxn modelId="{B16CD2B6-5C3C-4651-BA6A-66C1B9878B2D}" type="presParOf" srcId="{B50A4686-795F-4293-B012-276A9A139853}" destId="{27833DF5-D900-4968-83D8-7FA2DAFF451E}" srcOrd="1" destOrd="0" presId="urn:microsoft.com/office/officeart/2005/8/layout/hierarchy1"/>
    <dgm:cxn modelId="{7B2DF468-4FD5-48C3-877D-E38A2B7798AD}" type="presParOf" srcId="{E318A0E8-2DA0-481E-AF0B-88751D9BC4B9}" destId="{53B31079-6191-4C3B-BFFC-D5550563E947}" srcOrd="1" destOrd="0" presId="urn:microsoft.com/office/officeart/2005/8/layout/hierarchy1"/>
    <dgm:cxn modelId="{AB4EFAEE-DB42-4B2F-8805-C78E2BAFE698}" type="presParOf" srcId="{53B31079-6191-4C3B-BFFC-D5550563E947}" destId="{445937C8-D356-4978-8015-611388CBA308}" srcOrd="0" destOrd="0" presId="urn:microsoft.com/office/officeart/2005/8/layout/hierarchy1"/>
    <dgm:cxn modelId="{B57C2FA6-82C2-49D1-9DCB-BEFA7A22D96B}" type="presParOf" srcId="{445937C8-D356-4978-8015-611388CBA308}" destId="{122008A8-7DCA-4952-AFED-C89470539ED5}" srcOrd="0" destOrd="0" presId="urn:microsoft.com/office/officeart/2005/8/layout/hierarchy1"/>
    <dgm:cxn modelId="{7B2A09D9-7FF3-4DA9-A76E-93946AC9EAB0}" type="presParOf" srcId="{445937C8-D356-4978-8015-611388CBA308}" destId="{F5329F4A-C37A-4F02-88AB-93E7F9657F2A}" srcOrd="1" destOrd="0" presId="urn:microsoft.com/office/officeart/2005/8/layout/hierarchy1"/>
    <dgm:cxn modelId="{CB6FF542-342B-4957-8B96-D8CCE63F5825}" type="presParOf" srcId="{53B31079-6191-4C3B-BFFC-D5550563E947}" destId="{8A2AEBE6-AF8A-4DAE-8661-823AE0CD7CF8}" srcOrd="1" destOrd="0" presId="urn:microsoft.com/office/officeart/2005/8/layout/hierarchy1"/>
    <dgm:cxn modelId="{EFF3B398-450C-4AB1-ACEC-DE0313D73935}" type="presParOf" srcId="{E318A0E8-2DA0-481E-AF0B-88751D9BC4B9}" destId="{8D568D53-EA23-4B25-91D6-9079172EDED5}" srcOrd="2" destOrd="0" presId="urn:microsoft.com/office/officeart/2005/8/layout/hierarchy1"/>
    <dgm:cxn modelId="{A31F455D-23E2-4CC3-9B9B-73237B44087B}" type="presParOf" srcId="{8D568D53-EA23-4B25-91D6-9079172EDED5}" destId="{DE48D3E0-9A52-417D-AD6F-94E4C3D5F93A}" srcOrd="0" destOrd="0" presId="urn:microsoft.com/office/officeart/2005/8/layout/hierarchy1"/>
    <dgm:cxn modelId="{61E25A7D-E4F4-4C7D-A9B9-812B239961B5}" type="presParOf" srcId="{DE48D3E0-9A52-417D-AD6F-94E4C3D5F93A}" destId="{606C66B2-3BE0-4EF5-86FD-114B5BA219CC}" srcOrd="0" destOrd="0" presId="urn:microsoft.com/office/officeart/2005/8/layout/hierarchy1"/>
    <dgm:cxn modelId="{60DF4570-A613-42AC-967A-82094B3355E4}" type="presParOf" srcId="{DE48D3E0-9A52-417D-AD6F-94E4C3D5F93A}" destId="{8B7A3C08-F071-4860-AF10-1E8E8FCE62FF}" srcOrd="1" destOrd="0" presId="urn:microsoft.com/office/officeart/2005/8/layout/hierarchy1"/>
    <dgm:cxn modelId="{285278F1-369A-4F19-8ED0-048B86786BBF}" type="presParOf" srcId="{8D568D53-EA23-4B25-91D6-9079172EDED5}" destId="{8A80818B-AF78-448C-AD8D-9B8008743BB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FE90E0-E9D9-468C-8BA0-207D32ED87DD}" type="doc">
      <dgm:prSet loTypeId="urn:microsoft.com/office/officeart/2005/8/layout/vProcess5" loCatId="process" qsTypeId="urn:microsoft.com/office/officeart/2005/8/quickstyle/simple4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8CB66B61-6D8C-476A-B6D3-EF6B9EFC87E0}">
      <dgm:prSet/>
      <dgm:spPr/>
      <dgm:t>
        <a:bodyPr/>
        <a:lstStyle/>
        <a:p>
          <a:r>
            <a:rPr lang="en-US" dirty="0"/>
            <a:t>UI Button Prefab </a:t>
          </a:r>
          <a:r>
            <a:rPr lang="en-US" dirty="0" err="1"/>
            <a:t>interageras</a:t>
          </a:r>
          <a:r>
            <a:rPr lang="en-US" dirty="0"/>
            <a:t> med under </a:t>
          </a:r>
          <a:r>
            <a:rPr lang="en-US" dirty="0" err="1"/>
            <a:t>spelets</a:t>
          </a:r>
          <a:r>
            <a:rPr lang="en-US" dirty="0"/>
            <a:t> </a:t>
          </a:r>
          <a:r>
            <a:rPr lang="en-US" dirty="0" err="1"/>
            <a:t>gång</a:t>
          </a:r>
          <a:endParaRPr lang="en-US" dirty="0"/>
        </a:p>
      </dgm:t>
    </dgm:pt>
    <dgm:pt modelId="{A03AAF81-6E5C-422E-B5B3-0767CC39391D}" type="parTrans" cxnId="{CA62707C-5675-472D-818A-5DB5DB0B8974}">
      <dgm:prSet/>
      <dgm:spPr/>
      <dgm:t>
        <a:bodyPr/>
        <a:lstStyle/>
        <a:p>
          <a:endParaRPr lang="en-US"/>
        </a:p>
      </dgm:t>
    </dgm:pt>
    <dgm:pt modelId="{EC54041D-EA04-4F61-8425-ACA30640C502}" type="sibTrans" cxnId="{CA62707C-5675-472D-818A-5DB5DB0B8974}">
      <dgm:prSet/>
      <dgm:spPr/>
      <dgm:t>
        <a:bodyPr/>
        <a:lstStyle/>
        <a:p>
          <a:endParaRPr lang="en-US"/>
        </a:p>
      </dgm:t>
    </dgm:pt>
    <dgm:pt modelId="{B02FABFD-C35E-4467-BA37-39C572D66AA5}">
      <dgm:prSet/>
      <dgm:spPr/>
      <dgm:t>
        <a:bodyPr/>
        <a:lstStyle/>
        <a:p>
          <a:r>
            <a:rPr lang="en-US"/>
            <a:t>Unit Definition refereras och säger vilken prefab som spawnas</a:t>
          </a:r>
        </a:p>
      </dgm:t>
    </dgm:pt>
    <dgm:pt modelId="{CB674EE9-77B2-4BFE-B7D2-4FEE5FC58328}" type="parTrans" cxnId="{C91A13CD-CA78-4273-9B95-D353256AF6DB}">
      <dgm:prSet/>
      <dgm:spPr/>
      <dgm:t>
        <a:bodyPr/>
        <a:lstStyle/>
        <a:p>
          <a:endParaRPr lang="en-US"/>
        </a:p>
      </dgm:t>
    </dgm:pt>
    <dgm:pt modelId="{A8AD8669-D61F-41FD-8701-078AB074DFC7}" type="sibTrans" cxnId="{C91A13CD-CA78-4273-9B95-D353256AF6DB}">
      <dgm:prSet/>
      <dgm:spPr/>
      <dgm:t>
        <a:bodyPr/>
        <a:lstStyle/>
        <a:p>
          <a:endParaRPr lang="en-US"/>
        </a:p>
      </dgm:t>
    </dgm:pt>
    <dgm:pt modelId="{1B418AF8-0519-4599-92F0-42DF18FFA3FC}">
      <dgm:prSet/>
      <dgm:spPr/>
      <dgm:t>
        <a:bodyPr/>
        <a:lstStyle/>
        <a:p>
          <a:r>
            <a:rPr lang="en-US"/>
            <a:t>Unit Prefab Spawnas där den blivit tillsagd</a:t>
          </a:r>
        </a:p>
      </dgm:t>
    </dgm:pt>
    <dgm:pt modelId="{CECBAC92-80E2-4F8E-B199-37D1781C64B1}" type="parTrans" cxnId="{331E7F4C-5715-4961-BCD6-AFE58394869E}">
      <dgm:prSet/>
      <dgm:spPr/>
      <dgm:t>
        <a:bodyPr/>
        <a:lstStyle/>
        <a:p>
          <a:endParaRPr lang="en-US"/>
        </a:p>
      </dgm:t>
    </dgm:pt>
    <dgm:pt modelId="{0B959A7F-2871-4EBC-BCF0-0802AB751288}" type="sibTrans" cxnId="{331E7F4C-5715-4961-BCD6-AFE58394869E}">
      <dgm:prSet/>
      <dgm:spPr/>
      <dgm:t>
        <a:bodyPr/>
        <a:lstStyle/>
        <a:p>
          <a:endParaRPr lang="en-US"/>
        </a:p>
      </dgm:t>
    </dgm:pt>
    <dgm:pt modelId="{1093A6F8-4B6A-487E-B978-E0E9D42FADC9}" type="pres">
      <dgm:prSet presAssocID="{DEFE90E0-E9D9-468C-8BA0-207D32ED87DD}" presName="outerComposite" presStyleCnt="0">
        <dgm:presLayoutVars>
          <dgm:chMax val="5"/>
          <dgm:dir/>
          <dgm:resizeHandles val="exact"/>
        </dgm:presLayoutVars>
      </dgm:prSet>
      <dgm:spPr/>
    </dgm:pt>
    <dgm:pt modelId="{97200CA2-2313-4F2B-ACBE-3A89BE46A2EB}" type="pres">
      <dgm:prSet presAssocID="{DEFE90E0-E9D9-468C-8BA0-207D32ED87DD}" presName="dummyMaxCanvas" presStyleCnt="0">
        <dgm:presLayoutVars/>
      </dgm:prSet>
      <dgm:spPr/>
    </dgm:pt>
    <dgm:pt modelId="{1B590B65-C8C9-441A-969C-D21003777B64}" type="pres">
      <dgm:prSet presAssocID="{DEFE90E0-E9D9-468C-8BA0-207D32ED87DD}" presName="ThreeNodes_1" presStyleLbl="node1" presStyleIdx="0" presStyleCnt="3">
        <dgm:presLayoutVars>
          <dgm:bulletEnabled val="1"/>
        </dgm:presLayoutVars>
      </dgm:prSet>
      <dgm:spPr/>
    </dgm:pt>
    <dgm:pt modelId="{8ABEE9C2-5782-4BD8-AFAF-E9FA6248E268}" type="pres">
      <dgm:prSet presAssocID="{DEFE90E0-E9D9-468C-8BA0-207D32ED87DD}" presName="ThreeNodes_2" presStyleLbl="node1" presStyleIdx="1" presStyleCnt="3">
        <dgm:presLayoutVars>
          <dgm:bulletEnabled val="1"/>
        </dgm:presLayoutVars>
      </dgm:prSet>
      <dgm:spPr/>
    </dgm:pt>
    <dgm:pt modelId="{96A6DF29-E7A6-4D66-B110-6A9CFCDC5DDF}" type="pres">
      <dgm:prSet presAssocID="{DEFE90E0-E9D9-468C-8BA0-207D32ED87DD}" presName="ThreeNodes_3" presStyleLbl="node1" presStyleIdx="2" presStyleCnt="3">
        <dgm:presLayoutVars>
          <dgm:bulletEnabled val="1"/>
        </dgm:presLayoutVars>
      </dgm:prSet>
      <dgm:spPr/>
    </dgm:pt>
    <dgm:pt modelId="{3EE1DA01-E508-488B-A2B7-17EF1381B5B1}" type="pres">
      <dgm:prSet presAssocID="{DEFE90E0-E9D9-468C-8BA0-207D32ED87DD}" presName="ThreeConn_1-2" presStyleLbl="fgAccFollowNode1" presStyleIdx="0" presStyleCnt="2">
        <dgm:presLayoutVars>
          <dgm:bulletEnabled val="1"/>
        </dgm:presLayoutVars>
      </dgm:prSet>
      <dgm:spPr/>
    </dgm:pt>
    <dgm:pt modelId="{21A9CE28-5885-4E78-94CA-2FB4F1A5C28A}" type="pres">
      <dgm:prSet presAssocID="{DEFE90E0-E9D9-468C-8BA0-207D32ED87DD}" presName="ThreeConn_2-3" presStyleLbl="fgAccFollowNode1" presStyleIdx="1" presStyleCnt="2">
        <dgm:presLayoutVars>
          <dgm:bulletEnabled val="1"/>
        </dgm:presLayoutVars>
      </dgm:prSet>
      <dgm:spPr/>
    </dgm:pt>
    <dgm:pt modelId="{0E65FC7B-9A39-4E03-B919-DB1AA40F5106}" type="pres">
      <dgm:prSet presAssocID="{DEFE90E0-E9D9-468C-8BA0-207D32ED87DD}" presName="ThreeNodes_1_text" presStyleLbl="node1" presStyleIdx="2" presStyleCnt="3">
        <dgm:presLayoutVars>
          <dgm:bulletEnabled val="1"/>
        </dgm:presLayoutVars>
      </dgm:prSet>
      <dgm:spPr/>
    </dgm:pt>
    <dgm:pt modelId="{6EABC6D8-725C-49BE-86BB-1588DF4AD9FF}" type="pres">
      <dgm:prSet presAssocID="{DEFE90E0-E9D9-468C-8BA0-207D32ED87DD}" presName="ThreeNodes_2_text" presStyleLbl="node1" presStyleIdx="2" presStyleCnt="3">
        <dgm:presLayoutVars>
          <dgm:bulletEnabled val="1"/>
        </dgm:presLayoutVars>
      </dgm:prSet>
      <dgm:spPr/>
    </dgm:pt>
    <dgm:pt modelId="{88AFC986-FFA9-41F5-B957-8EA98964317C}" type="pres">
      <dgm:prSet presAssocID="{DEFE90E0-E9D9-468C-8BA0-207D32ED87DD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53E1F605-D7E5-4699-B3F2-E22675433A50}" type="presOf" srcId="{B02FABFD-C35E-4467-BA37-39C572D66AA5}" destId="{6EABC6D8-725C-49BE-86BB-1588DF4AD9FF}" srcOrd="1" destOrd="0" presId="urn:microsoft.com/office/officeart/2005/8/layout/vProcess5"/>
    <dgm:cxn modelId="{16E21411-17FF-421C-BECD-FF76F74C35F8}" type="presOf" srcId="{1B418AF8-0519-4599-92F0-42DF18FFA3FC}" destId="{96A6DF29-E7A6-4D66-B110-6A9CFCDC5DDF}" srcOrd="0" destOrd="0" presId="urn:microsoft.com/office/officeart/2005/8/layout/vProcess5"/>
    <dgm:cxn modelId="{73B9D05F-E705-4CF1-9383-9E0773C15631}" type="presOf" srcId="{8CB66B61-6D8C-476A-B6D3-EF6B9EFC87E0}" destId="{1B590B65-C8C9-441A-969C-D21003777B64}" srcOrd="0" destOrd="0" presId="urn:microsoft.com/office/officeart/2005/8/layout/vProcess5"/>
    <dgm:cxn modelId="{74A37E67-32AD-4F04-9EF2-EDE62F84C37E}" type="presOf" srcId="{B02FABFD-C35E-4467-BA37-39C572D66AA5}" destId="{8ABEE9C2-5782-4BD8-AFAF-E9FA6248E268}" srcOrd="0" destOrd="0" presId="urn:microsoft.com/office/officeart/2005/8/layout/vProcess5"/>
    <dgm:cxn modelId="{331E7F4C-5715-4961-BCD6-AFE58394869E}" srcId="{DEFE90E0-E9D9-468C-8BA0-207D32ED87DD}" destId="{1B418AF8-0519-4599-92F0-42DF18FFA3FC}" srcOrd="2" destOrd="0" parTransId="{CECBAC92-80E2-4F8E-B199-37D1781C64B1}" sibTransId="{0B959A7F-2871-4EBC-BCF0-0802AB751288}"/>
    <dgm:cxn modelId="{CA62707C-5675-472D-818A-5DB5DB0B8974}" srcId="{DEFE90E0-E9D9-468C-8BA0-207D32ED87DD}" destId="{8CB66B61-6D8C-476A-B6D3-EF6B9EFC87E0}" srcOrd="0" destOrd="0" parTransId="{A03AAF81-6E5C-422E-B5B3-0767CC39391D}" sibTransId="{EC54041D-EA04-4F61-8425-ACA30640C502}"/>
    <dgm:cxn modelId="{09B5E685-157B-41A0-8C43-1BF6B83DA7D7}" type="presOf" srcId="{A8AD8669-D61F-41FD-8701-078AB074DFC7}" destId="{21A9CE28-5885-4E78-94CA-2FB4F1A5C28A}" srcOrd="0" destOrd="0" presId="urn:microsoft.com/office/officeart/2005/8/layout/vProcess5"/>
    <dgm:cxn modelId="{F286B889-9555-4044-BD81-615E4150D98C}" type="presOf" srcId="{8CB66B61-6D8C-476A-B6D3-EF6B9EFC87E0}" destId="{0E65FC7B-9A39-4E03-B919-DB1AA40F5106}" srcOrd="1" destOrd="0" presId="urn:microsoft.com/office/officeart/2005/8/layout/vProcess5"/>
    <dgm:cxn modelId="{C91A13CD-CA78-4273-9B95-D353256AF6DB}" srcId="{DEFE90E0-E9D9-468C-8BA0-207D32ED87DD}" destId="{B02FABFD-C35E-4467-BA37-39C572D66AA5}" srcOrd="1" destOrd="0" parTransId="{CB674EE9-77B2-4BFE-B7D2-4FEE5FC58328}" sibTransId="{A8AD8669-D61F-41FD-8701-078AB074DFC7}"/>
    <dgm:cxn modelId="{F8717FDB-9675-4345-AF01-6636F600A830}" type="presOf" srcId="{EC54041D-EA04-4F61-8425-ACA30640C502}" destId="{3EE1DA01-E508-488B-A2B7-17EF1381B5B1}" srcOrd="0" destOrd="0" presId="urn:microsoft.com/office/officeart/2005/8/layout/vProcess5"/>
    <dgm:cxn modelId="{680354F2-C658-4940-83E7-95AAB1680E04}" type="presOf" srcId="{DEFE90E0-E9D9-468C-8BA0-207D32ED87DD}" destId="{1093A6F8-4B6A-487E-B978-E0E9D42FADC9}" srcOrd="0" destOrd="0" presId="urn:microsoft.com/office/officeart/2005/8/layout/vProcess5"/>
    <dgm:cxn modelId="{80FC50FA-FE90-476D-816E-CDE29A604410}" type="presOf" srcId="{1B418AF8-0519-4599-92F0-42DF18FFA3FC}" destId="{88AFC986-FFA9-41F5-B957-8EA98964317C}" srcOrd="1" destOrd="0" presId="urn:microsoft.com/office/officeart/2005/8/layout/vProcess5"/>
    <dgm:cxn modelId="{8A0F2A37-BCC0-4284-848E-BA0196827436}" type="presParOf" srcId="{1093A6F8-4B6A-487E-B978-E0E9D42FADC9}" destId="{97200CA2-2313-4F2B-ACBE-3A89BE46A2EB}" srcOrd="0" destOrd="0" presId="urn:microsoft.com/office/officeart/2005/8/layout/vProcess5"/>
    <dgm:cxn modelId="{4BF20C8E-333B-4646-B590-EADDDF4434FD}" type="presParOf" srcId="{1093A6F8-4B6A-487E-B978-E0E9D42FADC9}" destId="{1B590B65-C8C9-441A-969C-D21003777B64}" srcOrd="1" destOrd="0" presId="urn:microsoft.com/office/officeart/2005/8/layout/vProcess5"/>
    <dgm:cxn modelId="{4E2C5FBC-3B53-4419-A56B-2D8259915949}" type="presParOf" srcId="{1093A6F8-4B6A-487E-B978-E0E9D42FADC9}" destId="{8ABEE9C2-5782-4BD8-AFAF-E9FA6248E268}" srcOrd="2" destOrd="0" presId="urn:microsoft.com/office/officeart/2005/8/layout/vProcess5"/>
    <dgm:cxn modelId="{E47CD090-D626-4683-AFBD-58A902174FE3}" type="presParOf" srcId="{1093A6F8-4B6A-487E-B978-E0E9D42FADC9}" destId="{96A6DF29-E7A6-4D66-B110-6A9CFCDC5DDF}" srcOrd="3" destOrd="0" presId="urn:microsoft.com/office/officeart/2005/8/layout/vProcess5"/>
    <dgm:cxn modelId="{CACFF988-B4A7-450D-800A-E1343A2734AF}" type="presParOf" srcId="{1093A6F8-4B6A-487E-B978-E0E9D42FADC9}" destId="{3EE1DA01-E508-488B-A2B7-17EF1381B5B1}" srcOrd="4" destOrd="0" presId="urn:microsoft.com/office/officeart/2005/8/layout/vProcess5"/>
    <dgm:cxn modelId="{BF97038B-E636-437C-9C82-C32A76535A0C}" type="presParOf" srcId="{1093A6F8-4B6A-487E-B978-E0E9D42FADC9}" destId="{21A9CE28-5885-4E78-94CA-2FB4F1A5C28A}" srcOrd="5" destOrd="0" presId="urn:microsoft.com/office/officeart/2005/8/layout/vProcess5"/>
    <dgm:cxn modelId="{27672F2B-1235-496D-95DA-5E77BC94CC89}" type="presParOf" srcId="{1093A6F8-4B6A-487E-B978-E0E9D42FADC9}" destId="{0E65FC7B-9A39-4E03-B919-DB1AA40F5106}" srcOrd="6" destOrd="0" presId="urn:microsoft.com/office/officeart/2005/8/layout/vProcess5"/>
    <dgm:cxn modelId="{3ABD1BCA-DA46-4AAC-83C4-A0BDF701ED7A}" type="presParOf" srcId="{1093A6F8-4B6A-487E-B978-E0E9D42FADC9}" destId="{6EABC6D8-725C-49BE-86BB-1588DF4AD9FF}" srcOrd="7" destOrd="0" presId="urn:microsoft.com/office/officeart/2005/8/layout/vProcess5"/>
    <dgm:cxn modelId="{5E0ED746-E300-4993-B196-8DA9C5EBDA66}" type="presParOf" srcId="{1093A6F8-4B6A-487E-B978-E0E9D42FADC9}" destId="{88AFC986-FFA9-41F5-B957-8EA98964317C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74AECA2-A2C6-4293-8387-0DD08C634900}">
      <dsp:nvSpPr>
        <dsp:cNvPr id="0" name=""/>
        <dsp:cNvSpPr/>
      </dsp:nvSpPr>
      <dsp:spPr>
        <a:xfrm>
          <a:off x="0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D8E17D3-4DDA-407A-8CA4-524764F70662}">
      <dsp:nvSpPr>
        <dsp:cNvPr id="0" name=""/>
        <dsp:cNvSpPr/>
      </dsp:nvSpPr>
      <dsp:spPr>
        <a:xfrm>
          <a:off x="328612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 dirty="0"/>
            <a:t>UI Button Prefab</a:t>
          </a:r>
        </a:p>
      </dsp:txBody>
      <dsp:txXfrm>
        <a:off x="383617" y="1447754"/>
        <a:ext cx="2847502" cy="1768010"/>
      </dsp:txXfrm>
    </dsp:sp>
    <dsp:sp modelId="{122008A8-7DCA-4952-AFED-C89470539ED5}">
      <dsp:nvSpPr>
        <dsp:cNvPr id="0" name=""/>
        <dsp:cNvSpPr/>
      </dsp:nvSpPr>
      <dsp:spPr>
        <a:xfrm>
          <a:off x="3614737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5329F4A-C37A-4F02-88AB-93E7F9657F2A}">
      <dsp:nvSpPr>
        <dsp:cNvPr id="0" name=""/>
        <dsp:cNvSpPr/>
      </dsp:nvSpPr>
      <dsp:spPr>
        <a:xfrm>
          <a:off x="3943350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Unit Definition</a:t>
          </a:r>
        </a:p>
      </dsp:txBody>
      <dsp:txXfrm>
        <a:off x="3998355" y="1447754"/>
        <a:ext cx="2847502" cy="1768010"/>
      </dsp:txXfrm>
    </dsp:sp>
    <dsp:sp modelId="{606C66B2-3BE0-4EF5-86FD-114B5BA219CC}">
      <dsp:nvSpPr>
        <dsp:cNvPr id="0" name=""/>
        <dsp:cNvSpPr/>
      </dsp:nvSpPr>
      <dsp:spPr>
        <a:xfrm>
          <a:off x="7229475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B7A3C08-F071-4860-AF10-1E8E8FCE62FF}">
      <dsp:nvSpPr>
        <dsp:cNvPr id="0" name=""/>
        <dsp:cNvSpPr/>
      </dsp:nvSpPr>
      <dsp:spPr>
        <a:xfrm>
          <a:off x="7558087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ctr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 dirty="0"/>
            <a:t>Unit Prefab</a:t>
          </a:r>
        </a:p>
      </dsp:txBody>
      <dsp:txXfrm>
        <a:off x="7613092" y="1447754"/>
        <a:ext cx="2847502" cy="17680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590B65-C8C9-441A-969C-D21003777B64}">
      <dsp:nvSpPr>
        <dsp:cNvPr id="0" name=""/>
        <dsp:cNvSpPr/>
      </dsp:nvSpPr>
      <dsp:spPr>
        <a:xfrm>
          <a:off x="0" y="0"/>
          <a:ext cx="8938260" cy="130540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UI Button Prefab </a:t>
          </a:r>
          <a:r>
            <a:rPr lang="en-US" sz="3400" kern="1200" dirty="0" err="1"/>
            <a:t>interageras</a:t>
          </a:r>
          <a:r>
            <a:rPr lang="en-US" sz="3400" kern="1200" dirty="0"/>
            <a:t> med under </a:t>
          </a:r>
          <a:r>
            <a:rPr lang="en-US" sz="3400" kern="1200" dirty="0" err="1"/>
            <a:t>spelets</a:t>
          </a:r>
          <a:r>
            <a:rPr lang="en-US" sz="3400" kern="1200" dirty="0"/>
            <a:t> </a:t>
          </a:r>
          <a:r>
            <a:rPr lang="en-US" sz="3400" kern="1200" dirty="0" err="1"/>
            <a:t>gång</a:t>
          </a:r>
          <a:endParaRPr lang="en-US" sz="3400" kern="1200" dirty="0"/>
        </a:p>
      </dsp:txBody>
      <dsp:txXfrm>
        <a:off x="38234" y="38234"/>
        <a:ext cx="7529629" cy="1228933"/>
      </dsp:txXfrm>
    </dsp:sp>
    <dsp:sp modelId="{8ABEE9C2-5782-4BD8-AFAF-E9FA6248E268}">
      <dsp:nvSpPr>
        <dsp:cNvPr id="0" name=""/>
        <dsp:cNvSpPr/>
      </dsp:nvSpPr>
      <dsp:spPr>
        <a:xfrm>
          <a:off x="788669" y="1522968"/>
          <a:ext cx="8938260" cy="130540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Unit Definition refereras och säger vilken prefab som spawnas</a:t>
          </a:r>
        </a:p>
      </dsp:txBody>
      <dsp:txXfrm>
        <a:off x="826903" y="1561202"/>
        <a:ext cx="7224611" cy="1228933"/>
      </dsp:txXfrm>
    </dsp:sp>
    <dsp:sp modelId="{96A6DF29-E7A6-4D66-B110-6A9CFCDC5DDF}">
      <dsp:nvSpPr>
        <dsp:cNvPr id="0" name=""/>
        <dsp:cNvSpPr/>
      </dsp:nvSpPr>
      <dsp:spPr>
        <a:xfrm>
          <a:off x="1577339" y="3045936"/>
          <a:ext cx="8938260" cy="130540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Unit Prefab Spawnas där den blivit tillsagd</a:t>
          </a:r>
        </a:p>
      </dsp:txBody>
      <dsp:txXfrm>
        <a:off x="1615573" y="3084170"/>
        <a:ext cx="7224611" cy="1228933"/>
      </dsp:txXfrm>
    </dsp:sp>
    <dsp:sp modelId="{3EE1DA01-E508-488B-A2B7-17EF1381B5B1}">
      <dsp:nvSpPr>
        <dsp:cNvPr id="0" name=""/>
        <dsp:cNvSpPr/>
      </dsp:nvSpPr>
      <dsp:spPr>
        <a:xfrm>
          <a:off x="8089749" y="989929"/>
          <a:ext cx="848510" cy="848510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8280664" y="989929"/>
        <a:ext cx="466680" cy="638504"/>
      </dsp:txXfrm>
    </dsp:sp>
    <dsp:sp modelId="{21A9CE28-5885-4E78-94CA-2FB4F1A5C28A}">
      <dsp:nvSpPr>
        <dsp:cNvPr id="0" name=""/>
        <dsp:cNvSpPr/>
      </dsp:nvSpPr>
      <dsp:spPr>
        <a:xfrm>
          <a:off x="8878419" y="2504195"/>
          <a:ext cx="848510" cy="848510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9069334" y="2504195"/>
        <a:ext cx="466680" cy="6385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C90A4C5-329D-9C6D-B168-E937551728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B3117A65-704B-6828-A350-8F7623724A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B70DBA7B-F21D-4B4B-72F8-526BCF028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12DD0662-22D2-6035-541D-1C4B26208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BE22B6C3-A840-EADF-C949-86F886E08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31914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6E11E9E-7FB0-B2CE-8B71-F039AD663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10B3C5ED-49F0-365E-97DC-F31A826F1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1C8F7C52-C420-3816-0048-BE9304212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9147F4F-00BD-D4A3-BF1D-2F5B9A868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D73E1267-B01E-C313-A6C7-44F2A6AC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21206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F40896B-8E57-10E1-8CB0-DCF22C008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0A247DB4-A049-C702-80B0-EFE74E7BC1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4DC0E180-23A0-ED5D-7535-D89A46C7C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C0CCB72-831A-63B8-FAF5-3D26EFDD1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CBB46A3D-19F2-D6B6-6625-9A2E58A9B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951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2789EE4-561B-C541-68B6-D0F913B4D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FA95B5EF-014B-B1EC-5674-C74B13325A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B61603E9-4038-3C8F-04EC-30728A8A12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51A2E86D-6FA6-8563-913D-30C21825C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A3223C58-F18D-F490-DB19-BF4288538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893DF19F-2EFA-C882-EBF8-AAC08150F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231765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C75A2BB-2080-F057-6433-B2F69005C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100723F2-09DE-4B2A-000C-B0039A494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16D08378-9354-1DB4-9468-A8D384AFC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3576C82F-7528-E399-ED4B-30E4C54706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3A7C1CB0-FD1A-CAD6-4C10-982DEA0C64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99A6F346-C988-71CC-E02C-6E7DE217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D209F27A-CBFA-BBB3-78A3-B79F473C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6251204D-8E9A-63F3-B9B5-018614E1B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8479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B9CC179-8A42-3A2B-DB44-237AFE892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7C21DE2F-636D-087C-724B-7BD8729F7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C113B8ED-A8C3-360F-2A21-8C80A8F2BD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4D95A74-59CE-6616-EDE6-54761DA3B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095486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C72C035C-5D0E-120B-8CFB-112D52078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D2F97F1B-22C0-F1EE-B229-65E393CFB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C4766385-B9DD-E174-CAC1-F2503B1C7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991956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5F2CE69-4563-55F1-4B7B-0988572A9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95876BA-FF34-C9F1-87A4-AF26873EF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3B26F43B-52D0-21E1-05D8-A5406F0EA0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D32C8DAE-EEA6-AA12-D086-631ACCB56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B7E69387-0B99-6089-8328-5A1087CF8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0D77629E-6EA6-3888-DDFC-588FEE9E3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811011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9E23A19-4564-D4D8-CF80-3C649A74F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8513EBE8-4C5B-747A-27C4-3362262026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A57FEBEC-1276-1D42-4DF0-3E70CCB044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BE03EA2E-D125-B0DC-FC8B-36D0FF293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9B13D015-6323-12EA-D8D5-4068EBF3A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EA2093E8-A63F-2DEE-2EFD-459A3FA22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0519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AFCBD35-EAA7-B05B-9886-EE982756E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7CEBCAE3-D15B-E3D7-9DE6-DF88FBD23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C204DBB5-27A2-29A8-C9B8-B51A77BEF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12F7EF5-3305-64E9-E733-0E782076C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DED18511-DB5B-3D8E-58CF-1E86486AB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37734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F7E41DF0-8AA9-AAA5-115C-545E320677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F29951AB-E0E4-FEF9-B399-32FB313D71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03515DA-4917-D5BB-B675-010F5EF48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A89C97D9-85C3-74B5-3D81-BEA5C759E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BB1CF6EE-02ED-381C-14D5-05BDC1FCC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6601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27EE3480-20B8-CF70-997A-19F4256BF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E6ECBB7B-9487-8997-0957-B5161EA8A4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7D6ADD5C-4E6A-2544-DAFD-5F8F718D8A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A88A6F-FA6A-4228-B280-881FCD7B9AA7}" type="datetimeFigureOut">
              <a:rPr lang="sv-SE" smtClean="0"/>
              <a:t>2026-07-15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EC91638F-ECA9-CE63-62D9-DEA9B439C7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DE53F0EF-FAE6-8FFF-4F42-A23A5362B6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E3EA6C-5073-4407-A8B7-8664637C2F3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835885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A158689D-0947-714C-B7DC-04F6CB0BC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Pontus Unit Builder</a:t>
            </a:r>
            <a:endParaRPr lang="sv-SE" sz="4800">
              <a:solidFill>
                <a:srgbClr val="FFFFFF"/>
              </a:solidFill>
            </a:endParaRP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29A4E227-E2CD-ABA5-B9E6-AA194B9E3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84050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96EB7922-D1A9-2E36-99DF-7FF7CC92058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4773" r="909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72AB9B4-6B5C-8E61-7EAC-280A4FA14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En unit behöver 3 grejer</a:t>
            </a:r>
            <a:endParaRPr lang="sv-SE"/>
          </a:p>
        </p:txBody>
      </p:sp>
      <p:graphicFrame>
        <p:nvGraphicFramePr>
          <p:cNvPr id="5" name="Platshållare för innehåll 2">
            <a:extLst>
              <a:ext uri="{FF2B5EF4-FFF2-40B4-BE49-F238E27FC236}">
                <a16:creationId xmlns:a16="http://schemas.microsoft.com/office/drawing/2014/main" id="{C9EBB8A2-E0BF-0806-E6C3-8F9E32886D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0983585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68312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93C31A-A159-3EA4-60F6-64D469E92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53359A3-9086-005E-FB03-1D9845DB8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457201"/>
            <a:ext cx="5814240" cy="1556870"/>
          </a:xfrm>
        </p:spPr>
        <p:txBody>
          <a:bodyPr anchor="b">
            <a:normAutofit/>
          </a:bodyPr>
          <a:lstStyle/>
          <a:p>
            <a:r>
              <a:rPr lang="en-US" sz="4000" dirty="0"/>
              <a:t> UI Button Prefab</a:t>
            </a:r>
            <a:endParaRPr lang="sv-SE" sz="4000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E6D2E16-7485-BE2F-B8AB-DA2ADECE9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6" y="2277036"/>
            <a:ext cx="5814239" cy="3461155"/>
          </a:xfrm>
        </p:spPr>
        <p:txBody>
          <a:bodyPr>
            <a:normAutofit/>
          </a:bodyPr>
          <a:lstStyle/>
          <a:p>
            <a:r>
              <a:rPr lang="en-US" sz="2000" dirty="0"/>
              <a:t>Det </a:t>
            </a:r>
            <a:r>
              <a:rPr lang="en-US" sz="2000" dirty="0" err="1"/>
              <a:t>här</a:t>
            </a:r>
            <a:r>
              <a:rPr lang="en-US" sz="2000" dirty="0"/>
              <a:t> är </a:t>
            </a:r>
            <a:r>
              <a:rPr lang="en-US" sz="2000" dirty="0" err="1"/>
              <a:t>vad</a:t>
            </a:r>
            <a:r>
              <a:rPr lang="en-US" sz="2000" dirty="0"/>
              <a:t> </a:t>
            </a:r>
            <a:r>
              <a:rPr lang="en-US" sz="2000" dirty="0" err="1"/>
              <a:t>spelaren</a:t>
            </a:r>
            <a:r>
              <a:rPr lang="en-US" sz="2000" dirty="0"/>
              <a:t> </a:t>
            </a:r>
            <a:r>
              <a:rPr lang="en-US" sz="2000" dirty="0" err="1"/>
              <a:t>kommer</a:t>
            </a:r>
            <a:r>
              <a:rPr lang="en-US" sz="2000" dirty="0"/>
              <a:t> se</a:t>
            </a:r>
          </a:p>
          <a:p>
            <a:r>
              <a:rPr lang="en-US" sz="2000" dirty="0"/>
              <a:t>I </a:t>
            </a:r>
            <a:r>
              <a:rPr lang="en-US" sz="2000" dirty="0" err="1"/>
              <a:t>framtiden</a:t>
            </a:r>
            <a:r>
              <a:rPr lang="en-US" sz="2000" dirty="0"/>
              <a:t> är det </a:t>
            </a:r>
            <a:r>
              <a:rPr lang="en-US" sz="2000" dirty="0" err="1"/>
              <a:t>här</a:t>
            </a:r>
            <a:r>
              <a:rPr lang="en-US" sz="2000" dirty="0"/>
              <a:t> Korten I </a:t>
            </a:r>
            <a:r>
              <a:rPr lang="en-US" sz="2000" dirty="0" err="1"/>
              <a:t>handen</a:t>
            </a:r>
            <a:endParaRPr lang="en-US" sz="2000" dirty="0"/>
          </a:p>
          <a:p>
            <a:r>
              <a:rPr lang="en-US" sz="2000" dirty="0"/>
              <a:t>Dels </a:t>
            </a:r>
            <a:r>
              <a:rPr lang="en-US" sz="2000" dirty="0" err="1"/>
              <a:t>finns</a:t>
            </a:r>
            <a:r>
              <a:rPr lang="en-US" sz="2000" dirty="0"/>
              <a:t> Unit Card UI </a:t>
            </a:r>
            <a:r>
              <a:rPr lang="en-US" sz="2000" dirty="0" err="1"/>
              <a:t>som</a:t>
            </a:r>
            <a:r>
              <a:rPr lang="en-US" sz="2000" dirty="0"/>
              <a:t> ska </a:t>
            </a:r>
            <a:r>
              <a:rPr lang="en-US" sz="2000" dirty="0" err="1"/>
              <a:t>fyllas</a:t>
            </a:r>
            <a:r>
              <a:rPr lang="en-US" sz="2000" dirty="0"/>
              <a:t> med information. </a:t>
            </a:r>
            <a:r>
              <a:rPr lang="en-US" sz="2000" dirty="0" err="1"/>
              <a:t>Viktigaste</a:t>
            </a:r>
            <a:r>
              <a:rPr lang="en-US" sz="2000" dirty="0"/>
              <a:t> är de under </a:t>
            </a:r>
            <a:r>
              <a:rPr lang="en-US" sz="2000" b="1" dirty="0"/>
              <a:t>References</a:t>
            </a:r>
            <a:endParaRPr lang="en-US" sz="2000" dirty="0"/>
          </a:p>
          <a:p>
            <a:r>
              <a:rPr lang="en-US" sz="2000" dirty="0"/>
              <a:t>Sen ska </a:t>
            </a:r>
            <a:r>
              <a:rPr lang="en-US" sz="2000" dirty="0" err="1"/>
              <a:t>varje</a:t>
            </a:r>
            <a:r>
              <a:rPr lang="en-US" sz="2000" dirty="0"/>
              <a:t> child </a:t>
            </a:r>
            <a:r>
              <a:rPr lang="en-US" sz="2000" dirty="0" err="1"/>
              <a:t>få</a:t>
            </a:r>
            <a:r>
              <a:rPr lang="en-US" sz="2000" dirty="0"/>
              <a:t> info </a:t>
            </a:r>
            <a:r>
              <a:rPr lang="en-US" sz="2000" dirty="0" err="1"/>
              <a:t>som</a:t>
            </a:r>
            <a:r>
              <a:rPr lang="en-US" sz="2000" dirty="0"/>
              <a:t> ikon, </a:t>
            </a:r>
            <a:r>
              <a:rPr lang="en-US" sz="2000" dirty="0" err="1"/>
              <a:t>namn</a:t>
            </a:r>
            <a:r>
              <a:rPr lang="en-US" sz="2000" dirty="0"/>
              <a:t> etc.</a:t>
            </a:r>
          </a:p>
          <a:p>
            <a:r>
              <a:rPr lang="en-US" sz="2000" dirty="0"/>
              <a:t>Detta </a:t>
            </a:r>
            <a:r>
              <a:rPr lang="en-US" sz="2000" dirty="0" err="1"/>
              <a:t>hanteras</a:t>
            </a:r>
            <a:r>
              <a:rPr lang="en-US" sz="2000" dirty="0"/>
              <a:t> I </a:t>
            </a:r>
            <a:r>
              <a:rPr lang="en-US" sz="2000" b="1" dirty="0"/>
              <a:t>Triangle Grid </a:t>
            </a:r>
            <a:r>
              <a:rPr lang="en-US" sz="2000" b="1" dirty="0" err="1"/>
              <a:t>scenen</a:t>
            </a:r>
            <a:endParaRPr lang="sv-SE" sz="2000" dirty="0"/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D67B6ABF-1125-A07E-FD7D-307825245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883" y="3985032"/>
            <a:ext cx="3712869" cy="1233470"/>
          </a:xfrm>
          <a:prstGeom prst="rect">
            <a:avLst/>
          </a:prstGeom>
        </p:spPr>
      </p:pic>
      <p:pic>
        <p:nvPicPr>
          <p:cNvPr id="5" name="Bildobjekt 4">
            <a:extLst>
              <a:ext uri="{FF2B5EF4-FFF2-40B4-BE49-F238E27FC236}">
                <a16:creationId xmlns:a16="http://schemas.microsoft.com/office/drawing/2014/main" id="{457FE10A-0FCF-470C-45EE-9A49F9661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875" y="776009"/>
            <a:ext cx="3398883" cy="224326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542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2BD47063-DEBF-3B9F-9663-450A1A9ED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9716" y="499397"/>
            <a:ext cx="5929422" cy="1640180"/>
          </a:xfrm>
        </p:spPr>
        <p:txBody>
          <a:bodyPr anchor="b">
            <a:normAutofit/>
          </a:bodyPr>
          <a:lstStyle/>
          <a:p>
            <a:r>
              <a:rPr lang="en-US" sz="4000"/>
              <a:t>Unit Definition</a:t>
            </a:r>
            <a:endParaRPr lang="sv-SE" sz="400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3E2D60A-07D6-4158-5D3D-D4C7BA3BB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9717" y="2423821"/>
            <a:ext cx="5929422" cy="3519780"/>
          </a:xfrm>
        </p:spPr>
        <p:txBody>
          <a:bodyPr>
            <a:normAutofit/>
          </a:bodyPr>
          <a:lstStyle/>
          <a:p>
            <a:r>
              <a:rPr lang="en-US" sz="2000" dirty="0"/>
              <a:t>En unit definition </a:t>
            </a:r>
            <a:r>
              <a:rPr lang="en-US" sz="2000" dirty="0" err="1"/>
              <a:t>definerar</a:t>
            </a:r>
            <a:r>
              <a:rPr lang="en-US" sz="2000" dirty="0"/>
              <a:t> </a:t>
            </a:r>
            <a:r>
              <a:rPr lang="en-US" sz="2000" dirty="0" err="1"/>
              <a:t>vad</a:t>
            </a:r>
            <a:r>
              <a:rPr lang="en-US" sz="2000" dirty="0"/>
              <a:t> </a:t>
            </a:r>
            <a:r>
              <a:rPr lang="en-US" sz="2000" dirty="0" err="1"/>
              <a:t>en</a:t>
            </a:r>
            <a:r>
              <a:rPr lang="en-US" sz="2000" dirty="0"/>
              <a:t> unit är</a:t>
            </a:r>
          </a:p>
          <a:p>
            <a:r>
              <a:rPr lang="en-US" sz="2000" dirty="0" err="1"/>
              <a:t>Här</a:t>
            </a:r>
            <a:r>
              <a:rPr lang="en-US" sz="2000" dirty="0"/>
              <a:t> </a:t>
            </a:r>
            <a:r>
              <a:rPr lang="en-US" sz="2000" dirty="0" err="1"/>
              <a:t>skrivs</a:t>
            </a:r>
            <a:r>
              <a:rPr lang="en-US" sz="2000" dirty="0"/>
              <a:t> all relevant data in</a:t>
            </a:r>
          </a:p>
          <a:p>
            <a:r>
              <a:rPr lang="en-US" sz="2000" dirty="0"/>
              <a:t>Triangle footprints </a:t>
            </a:r>
            <a:r>
              <a:rPr lang="en-US" sz="2000" dirty="0" err="1"/>
              <a:t>skapas</a:t>
            </a:r>
            <a:r>
              <a:rPr lang="en-US" sz="2000" dirty="0"/>
              <a:t> via </a:t>
            </a:r>
            <a:r>
              <a:rPr lang="en-US" sz="2000" dirty="0" err="1"/>
              <a:t>scenen</a:t>
            </a:r>
            <a:r>
              <a:rPr lang="en-US" sz="2000" dirty="0"/>
              <a:t> </a:t>
            </a:r>
            <a:r>
              <a:rPr lang="en-US" sz="2000" b="1" dirty="0"/>
              <a:t>Unit Builder</a:t>
            </a:r>
          </a:p>
          <a:p>
            <a:r>
              <a:rPr lang="en-US" sz="2000" dirty="0"/>
              <a:t>Relevant för </a:t>
            </a:r>
            <a:r>
              <a:rPr lang="en-US" sz="2000" b="1" dirty="0" err="1"/>
              <a:t>båda</a:t>
            </a:r>
            <a:r>
              <a:rPr lang="en-US" sz="2000" b="1" dirty="0"/>
              <a:t> </a:t>
            </a:r>
            <a:r>
              <a:rPr lang="en-US" sz="2000" b="1" dirty="0" err="1"/>
              <a:t>scenerna</a:t>
            </a:r>
            <a:endParaRPr lang="sv-SE" sz="2000" b="1" dirty="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D27E6685-44E5-B95A-4981-C401214FD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506" y="1449291"/>
            <a:ext cx="3765176" cy="385184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1707E60-CEC9-4661-AA82-69242EB4B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035CD8-AE30-4146-96F2-036B0CE5E4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300" y="6406115"/>
            <a:ext cx="4076698" cy="464399"/>
          </a:xfrm>
          <a:prstGeom prst="rect">
            <a:avLst/>
          </a:prstGeom>
          <a:gradFill>
            <a:gsLst>
              <a:gs pos="19000">
                <a:srgbClr val="000000">
                  <a:alpha val="46000"/>
                </a:srgbClr>
              </a:gs>
              <a:gs pos="99000">
                <a:schemeClr val="accent1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772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52BB69-C544-B326-81CF-7FFA5CA03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C9EB1EAB-DF0B-DEBD-2A95-782D6EC852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457201"/>
            <a:ext cx="5814240" cy="1556870"/>
          </a:xfrm>
        </p:spPr>
        <p:txBody>
          <a:bodyPr anchor="b">
            <a:normAutofit/>
          </a:bodyPr>
          <a:lstStyle/>
          <a:p>
            <a:r>
              <a:rPr lang="en-US" sz="4000" dirty="0"/>
              <a:t>Unit Prefab</a:t>
            </a:r>
            <a:endParaRPr lang="sv-SE" sz="4000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5C8A01D7-B240-AC5A-74CD-920207293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6" y="2277036"/>
            <a:ext cx="5814239" cy="3461155"/>
          </a:xfrm>
        </p:spPr>
        <p:txBody>
          <a:bodyPr>
            <a:normAutofit/>
          </a:bodyPr>
          <a:lstStyle/>
          <a:p>
            <a:r>
              <a:rPr lang="en-US" sz="2000" dirty="0"/>
              <a:t>En unit prefab är </a:t>
            </a:r>
            <a:r>
              <a:rPr lang="en-US" sz="2000" dirty="0" err="1"/>
              <a:t>vad</a:t>
            </a:r>
            <a:r>
              <a:rPr lang="en-US" sz="2000" dirty="0"/>
              <a:t> </a:t>
            </a:r>
            <a:r>
              <a:rPr lang="en-US" sz="2000" dirty="0" err="1"/>
              <a:t>som</a:t>
            </a:r>
            <a:r>
              <a:rPr lang="en-US" sz="2000" dirty="0"/>
              <a:t> </a:t>
            </a:r>
            <a:r>
              <a:rPr lang="en-US" sz="2000" dirty="0" err="1"/>
              <a:t>spawnas</a:t>
            </a:r>
            <a:endParaRPr lang="en-US" sz="2000" dirty="0"/>
          </a:p>
          <a:p>
            <a:r>
              <a:rPr lang="en-US" sz="2000" dirty="0" err="1"/>
              <a:t>Här</a:t>
            </a:r>
            <a:r>
              <a:rPr lang="en-US" sz="2000" dirty="0"/>
              <a:t> </a:t>
            </a:r>
            <a:r>
              <a:rPr lang="en-US" sz="2000" dirty="0" err="1"/>
              <a:t>finns</a:t>
            </a:r>
            <a:r>
              <a:rPr lang="en-US" sz="2000" dirty="0"/>
              <a:t> </a:t>
            </a:r>
            <a:r>
              <a:rPr lang="en-US" sz="2000" dirty="0" err="1"/>
              <a:t>referens</a:t>
            </a:r>
            <a:r>
              <a:rPr lang="en-US" sz="2000" dirty="0"/>
              <a:t> till Unit Definition</a:t>
            </a:r>
          </a:p>
          <a:p>
            <a:r>
              <a:rPr lang="en-US" sz="2000" dirty="0" err="1"/>
              <a:t>Dessutom</a:t>
            </a:r>
            <a:r>
              <a:rPr lang="en-US" sz="2000" dirty="0"/>
              <a:t> Finns </a:t>
            </a:r>
            <a:r>
              <a:rPr lang="en-US" sz="2000" dirty="0" err="1"/>
              <a:t>visuella</a:t>
            </a:r>
            <a:r>
              <a:rPr lang="en-US" sz="2000" dirty="0"/>
              <a:t> </a:t>
            </a:r>
            <a:r>
              <a:rPr lang="en-US" sz="2000" dirty="0" err="1"/>
              <a:t>komponenten</a:t>
            </a:r>
            <a:r>
              <a:rPr lang="en-US" sz="2000" dirty="0"/>
              <a:t> (</a:t>
            </a:r>
            <a:r>
              <a:rPr lang="en-US" sz="2000" dirty="0" err="1"/>
              <a:t>nuvarade</a:t>
            </a:r>
            <a:r>
              <a:rPr lang="en-US" sz="2000" dirty="0"/>
              <a:t> sprite)</a:t>
            </a:r>
          </a:p>
          <a:p>
            <a:r>
              <a:rPr lang="en-US" sz="2000" dirty="0"/>
              <a:t>Bara relevant för </a:t>
            </a:r>
            <a:r>
              <a:rPr lang="en-US" sz="2000" b="1" dirty="0"/>
              <a:t>Unit Definition</a:t>
            </a:r>
            <a:endParaRPr lang="sv-SE" sz="2000" dirty="0"/>
          </a:p>
        </p:txBody>
      </p:sp>
      <p:pic>
        <p:nvPicPr>
          <p:cNvPr id="7" name="Platshållare för innehåll 8">
            <a:extLst>
              <a:ext uri="{FF2B5EF4-FFF2-40B4-BE49-F238E27FC236}">
                <a16:creationId xmlns:a16="http://schemas.microsoft.com/office/drawing/2014/main" id="{A9C7D9F7-2ABC-9778-36DA-0A3183C2AD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9766" y="897326"/>
            <a:ext cx="3712869" cy="2014230"/>
          </a:xfrm>
          <a:prstGeom prst="rect">
            <a:avLst/>
          </a:prstGeom>
        </p:spPr>
      </p:pic>
      <p:pic>
        <p:nvPicPr>
          <p:cNvPr id="6" name="Bildobjekt 5">
            <a:extLst>
              <a:ext uri="{FF2B5EF4-FFF2-40B4-BE49-F238E27FC236}">
                <a16:creationId xmlns:a16="http://schemas.microsoft.com/office/drawing/2014/main" id="{64781122-F1E6-BA55-92C2-388C2AFF3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539" y="3375824"/>
            <a:ext cx="2694610" cy="224326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69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8F521FC-D2E9-1001-B60E-AF4D7DF365B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9125" r="9091" b="426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A33EF40A-278F-8936-E545-45DFEA1BB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Hur det hänger ihop</a:t>
            </a:r>
            <a:endParaRPr lang="sv-SE" dirty="0"/>
          </a:p>
        </p:txBody>
      </p:sp>
      <p:cxnSp>
        <p:nvCxnSpPr>
          <p:cNvPr id="4" name="Rak pilkoppling 3">
            <a:extLst>
              <a:ext uri="{FF2B5EF4-FFF2-40B4-BE49-F238E27FC236}">
                <a16:creationId xmlns:a16="http://schemas.microsoft.com/office/drawing/2014/main" id="{F5054B59-3A17-F321-29C3-E6F5D1CACAB3}"/>
              </a:ext>
            </a:extLst>
          </p:cNvPr>
          <p:cNvCxnSpPr>
            <a:cxnSpLocks/>
          </p:cNvCxnSpPr>
          <p:nvPr/>
        </p:nvCxnSpPr>
        <p:spPr>
          <a:xfrm flipV="1">
            <a:off x="3913632" y="5029200"/>
            <a:ext cx="768096" cy="164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Rak pilkoppling 7">
            <a:extLst>
              <a:ext uri="{FF2B5EF4-FFF2-40B4-BE49-F238E27FC236}">
                <a16:creationId xmlns:a16="http://schemas.microsoft.com/office/drawing/2014/main" id="{1038750E-DEFA-8C15-DBE3-E7098CEA76CC}"/>
              </a:ext>
            </a:extLst>
          </p:cNvPr>
          <p:cNvCxnSpPr>
            <a:cxnSpLocks/>
          </p:cNvCxnSpPr>
          <p:nvPr/>
        </p:nvCxnSpPr>
        <p:spPr>
          <a:xfrm flipV="1">
            <a:off x="7677912" y="4864608"/>
            <a:ext cx="768096" cy="1645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Platshållare för innehåll 2">
            <a:extLst>
              <a:ext uri="{FF2B5EF4-FFF2-40B4-BE49-F238E27FC236}">
                <a16:creationId xmlns:a16="http://schemas.microsoft.com/office/drawing/2014/main" id="{F3CAB426-E062-0710-249A-F138C19112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212988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7199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51215168-5831-8FDC-1F8B-8AB097F15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6" y="457201"/>
            <a:ext cx="5814240" cy="1556870"/>
          </a:xfrm>
        </p:spPr>
        <p:txBody>
          <a:bodyPr anchor="b">
            <a:normAutofit/>
          </a:bodyPr>
          <a:lstStyle/>
          <a:p>
            <a:r>
              <a:rPr lang="en-US" sz="4000"/>
              <a:t>Unit Builder Scenen</a:t>
            </a:r>
            <a:endParaRPr lang="sv-SE" sz="400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F057F96-EBDE-9876-1707-D7D9DBD0B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396" y="2277036"/>
            <a:ext cx="5814239" cy="3461155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I unit builder är det </a:t>
            </a:r>
            <a:r>
              <a:rPr lang="en-US" sz="2000" dirty="0" err="1"/>
              <a:t>viktigt</a:t>
            </a:r>
            <a:r>
              <a:rPr lang="en-US" sz="2000" dirty="0"/>
              <a:t> </a:t>
            </a:r>
            <a:r>
              <a:rPr lang="en-US" sz="2000" dirty="0" err="1"/>
              <a:t>att</a:t>
            </a:r>
            <a:r>
              <a:rPr lang="en-US" sz="2000" dirty="0"/>
              <a:t> man </a:t>
            </a:r>
            <a:r>
              <a:rPr lang="en-US" sz="2000" dirty="0" err="1"/>
              <a:t>stoppar</a:t>
            </a:r>
            <a:r>
              <a:rPr lang="en-US" sz="2000" dirty="0"/>
              <a:t> in den </a:t>
            </a:r>
            <a:r>
              <a:rPr lang="en-US" sz="2000" b="1" dirty="0"/>
              <a:t>Unit Definition </a:t>
            </a:r>
            <a:r>
              <a:rPr lang="en-US" sz="2000" dirty="0"/>
              <a:t>man </a:t>
            </a:r>
            <a:r>
              <a:rPr lang="en-US" sz="2000" dirty="0" err="1"/>
              <a:t>vill</a:t>
            </a:r>
            <a:r>
              <a:rPr lang="en-US" sz="2000" dirty="0"/>
              <a:t> </a:t>
            </a:r>
            <a:r>
              <a:rPr lang="en-US" sz="2000" dirty="0" err="1"/>
              <a:t>ändra</a:t>
            </a:r>
            <a:endParaRPr lang="en-US" sz="2000" dirty="0"/>
          </a:p>
          <a:p>
            <a:r>
              <a:rPr lang="en-US" sz="2000" dirty="0"/>
              <a:t>På </a:t>
            </a:r>
            <a:r>
              <a:rPr lang="en-US" sz="2000" dirty="0" err="1"/>
              <a:t>toppen</a:t>
            </a:r>
            <a:r>
              <a:rPr lang="en-US" sz="2000" dirty="0"/>
              <a:t> </a:t>
            </a:r>
            <a:r>
              <a:rPr lang="en-US" sz="2000" dirty="0" err="1"/>
              <a:t>finns</a:t>
            </a:r>
            <a:r>
              <a:rPr lang="en-US" sz="2000" dirty="0"/>
              <a:t> </a:t>
            </a:r>
            <a:r>
              <a:rPr lang="en-US" sz="2000" dirty="0" err="1"/>
              <a:t>inställningar</a:t>
            </a:r>
            <a:r>
              <a:rPr lang="en-US" sz="2000" dirty="0"/>
              <a:t> för </a:t>
            </a:r>
            <a:r>
              <a:rPr lang="en-US" sz="2000" dirty="0" err="1"/>
              <a:t>vad</a:t>
            </a:r>
            <a:r>
              <a:rPr lang="en-US" sz="2000" dirty="0"/>
              <a:t> du </a:t>
            </a:r>
            <a:r>
              <a:rPr lang="en-US" sz="2000" dirty="0" err="1"/>
              <a:t>vill</a:t>
            </a:r>
            <a:r>
              <a:rPr lang="en-US" sz="2000" dirty="0"/>
              <a:t> </a:t>
            </a:r>
            <a:r>
              <a:rPr lang="en-US" sz="2000" dirty="0" err="1"/>
              <a:t>ändra</a:t>
            </a:r>
            <a:r>
              <a:rPr lang="en-US" sz="2000" dirty="0"/>
              <a:t>. </a:t>
            </a:r>
            <a:r>
              <a:rPr lang="en-US" sz="2000" dirty="0" err="1"/>
              <a:t>Viktigt</a:t>
            </a:r>
            <a:r>
              <a:rPr lang="en-US" sz="2000" dirty="0"/>
              <a:t> </a:t>
            </a:r>
            <a:r>
              <a:rPr lang="en-US" sz="2000" dirty="0" err="1"/>
              <a:t>att</a:t>
            </a:r>
            <a:r>
              <a:rPr lang="en-US" sz="2000" dirty="0"/>
              <a:t> Klicka </a:t>
            </a:r>
            <a:r>
              <a:rPr lang="en-US" sz="2000" b="1" dirty="0"/>
              <a:t>Finished</a:t>
            </a:r>
            <a:endParaRPr lang="en-US" sz="2000" dirty="0"/>
          </a:p>
          <a:p>
            <a:r>
              <a:rPr lang="en-US" sz="2000" dirty="0"/>
              <a:t>På </a:t>
            </a:r>
            <a:r>
              <a:rPr lang="en-US" sz="2000" dirty="0" err="1"/>
              <a:t>toppen</a:t>
            </a:r>
            <a:r>
              <a:rPr lang="en-US" sz="2000" dirty="0"/>
              <a:t> </a:t>
            </a:r>
            <a:r>
              <a:rPr lang="en-US" sz="2000" dirty="0" err="1"/>
              <a:t>använd</a:t>
            </a:r>
            <a:r>
              <a:rPr lang="en-US" sz="2000" dirty="0"/>
              <a:t> </a:t>
            </a:r>
            <a:r>
              <a:rPr lang="en-US" sz="2000" b="1" dirty="0"/>
              <a:t>Up / Down</a:t>
            </a:r>
            <a:r>
              <a:rPr lang="en-US" sz="2000" dirty="0"/>
              <a:t> Knappen för </a:t>
            </a:r>
            <a:r>
              <a:rPr lang="en-US" sz="2000" dirty="0" err="1"/>
              <a:t>att</a:t>
            </a:r>
            <a:r>
              <a:rPr lang="en-US" sz="2000" dirty="0"/>
              <a:t> </a:t>
            </a:r>
            <a:r>
              <a:rPr lang="en-US" sz="2000" dirty="0" err="1"/>
              <a:t>ändra</a:t>
            </a:r>
            <a:r>
              <a:rPr lang="en-US" sz="2000" dirty="0"/>
              <a:t> </a:t>
            </a:r>
            <a:r>
              <a:rPr lang="en-US" sz="2000" dirty="0" err="1"/>
              <a:t>riktningen</a:t>
            </a:r>
            <a:r>
              <a:rPr lang="en-US" sz="2000" dirty="0"/>
              <a:t> på alla </a:t>
            </a:r>
            <a:r>
              <a:rPr lang="en-US" sz="2000" dirty="0" err="1"/>
              <a:t>trianglar</a:t>
            </a:r>
            <a:endParaRPr lang="en-US" sz="2000" dirty="0"/>
          </a:p>
          <a:p>
            <a:r>
              <a:rPr lang="en-US" sz="2000" dirty="0" err="1"/>
              <a:t>Där</a:t>
            </a:r>
            <a:r>
              <a:rPr lang="en-US" sz="2000" dirty="0"/>
              <a:t> </a:t>
            </a:r>
            <a:r>
              <a:rPr lang="en-US" sz="2000" dirty="0" err="1"/>
              <a:t>nere</a:t>
            </a:r>
            <a:r>
              <a:rPr lang="en-US" sz="2000" dirty="0"/>
              <a:t> </a:t>
            </a:r>
            <a:r>
              <a:rPr lang="en-US" sz="2000" dirty="0" err="1"/>
              <a:t>finns</a:t>
            </a:r>
            <a:r>
              <a:rPr lang="en-US" sz="2000" dirty="0"/>
              <a:t> </a:t>
            </a:r>
            <a:r>
              <a:rPr lang="en-US" sz="2000" dirty="0" err="1"/>
              <a:t>verktyg</a:t>
            </a:r>
            <a:r>
              <a:rPr lang="en-US" sz="2000" dirty="0"/>
              <a:t> för </a:t>
            </a:r>
            <a:r>
              <a:rPr lang="en-US" sz="2000" dirty="0" err="1"/>
              <a:t>att</a:t>
            </a:r>
            <a:r>
              <a:rPr lang="en-US" sz="2000" dirty="0"/>
              <a:t> </a:t>
            </a:r>
            <a:r>
              <a:rPr lang="en-US" sz="2000" dirty="0" err="1"/>
              <a:t>markera</a:t>
            </a:r>
            <a:r>
              <a:rPr lang="en-US" sz="2000" dirty="0"/>
              <a:t> </a:t>
            </a:r>
            <a:r>
              <a:rPr lang="en-US" sz="2000" dirty="0" err="1"/>
              <a:t>trianglar</a:t>
            </a:r>
            <a:endParaRPr lang="en-US" sz="2000" dirty="0"/>
          </a:p>
          <a:p>
            <a:r>
              <a:rPr lang="en-US" sz="2000" dirty="0" err="1"/>
              <a:t>Dubbelkolla</a:t>
            </a:r>
            <a:r>
              <a:rPr lang="en-US" sz="2000" dirty="0"/>
              <a:t> din unit definition </a:t>
            </a:r>
            <a:r>
              <a:rPr lang="en-US" sz="2000" dirty="0" err="1"/>
              <a:t>att</a:t>
            </a:r>
            <a:r>
              <a:rPr lang="en-US" sz="2000" dirty="0"/>
              <a:t> Up/Down anchor </a:t>
            </a:r>
            <a:r>
              <a:rPr lang="en-US" sz="2000" dirty="0" err="1"/>
              <a:t>inte</a:t>
            </a:r>
            <a:r>
              <a:rPr lang="en-US" sz="2000" dirty="0"/>
              <a:t> är </a:t>
            </a:r>
            <a:r>
              <a:rPr lang="en-US" sz="2000" dirty="0" err="1"/>
              <a:t>tomma</a:t>
            </a:r>
            <a:r>
              <a:rPr lang="en-US" sz="2000" dirty="0"/>
              <a:t> </a:t>
            </a:r>
            <a:r>
              <a:rPr lang="en-US" sz="2000" dirty="0" err="1"/>
              <a:t>listor</a:t>
            </a:r>
            <a:endParaRPr lang="en-US" sz="2000" dirty="0"/>
          </a:p>
          <a:p>
            <a:r>
              <a:rPr lang="en-US" sz="2000" dirty="0" err="1"/>
              <a:t>Varje</a:t>
            </a:r>
            <a:r>
              <a:rPr lang="en-US" sz="2000" dirty="0"/>
              <a:t> </a:t>
            </a:r>
            <a:r>
              <a:rPr lang="en-US" sz="2000" dirty="0" err="1"/>
              <a:t>knapp</a:t>
            </a:r>
            <a:r>
              <a:rPr lang="en-US" sz="2000" dirty="0"/>
              <a:t> </a:t>
            </a:r>
            <a:r>
              <a:rPr lang="en-US" sz="2000" dirty="0" err="1"/>
              <a:t>har</a:t>
            </a:r>
            <a:r>
              <a:rPr lang="en-US" sz="2000" dirty="0"/>
              <a:t> </a:t>
            </a:r>
            <a:r>
              <a:rPr lang="en-US" sz="2000" b="1" dirty="0"/>
              <a:t>shortcuts</a:t>
            </a:r>
            <a:endParaRPr lang="sv-SE" sz="2000" b="1" dirty="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326B3ED3-1F5D-9400-942A-CA492B202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635" y="130559"/>
            <a:ext cx="3453364" cy="2210153"/>
          </a:xfrm>
          <a:prstGeom prst="rect">
            <a:avLst/>
          </a:prstGeom>
        </p:spPr>
      </p:pic>
      <p:pic>
        <p:nvPicPr>
          <p:cNvPr id="7" name="Bildobjekt 6">
            <a:extLst>
              <a:ext uri="{FF2B5EF4-FFF2-40B4-BE49-F238E27FC236}">
                <a16:creationId xmlns:a16="http://schemas.microsoft.com/office/drawing/2014/main" id="{5D5703C9-3C8E-0962-05AB-7150612E4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2699168"/>
            <a:ext cx="3944535" cy="36092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5A65989E-BBD5-44D7-AA86-7AFD5D46BB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1A2881-D8D7-4A7D-ACA3-E9F849F85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73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DC2D31-4868-D1DA-9F27-DC7F79D05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6708FAB-3898-47A9-B05A-AB9ECBD9E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81DDEB9B-1FCB-7CA4-28A1-4F349843A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8" y="457201"/>
            <a:ext cx="10117810" cy="1150470"/>
          </a:xfrm>
        </p:spPr>
        <p:txBody>
          <a:bodyPr anchor="b">
            <a:normAutofit/>
          </a:bodyPr>
          <a:lstStyle/>
          <a:p>
            <a:r>
              <a:rPr lang="en-US" sz="4000" dirty="0"/>
              <a:t>Triangle Grid </a:t>
            </a:r>
            <a:r>
              <a:rPr lang="en-US" sz="4000" dirty="0" err="1"/>
              <a:t>Scenen</a:t>
            </a:r>
            <a:endParaRPr lang="sv-SE" sz="4000" dirty="0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F318F2BA-4C87-538A-FCE4-ABFE13949F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0286" y="1980775"/>
            <a:ext cx="6001836" cy="3632824"/>
          </a:xfrm>
        </p:spPr>
        <p:txBody>
          <a:bodyPr anchor="t">
            <a:normAutofit/>
          </a:bodyPr>
          <a:lstStyle/>
          <a:p>
            <a:r>
              <a:rPr lang="en-US" sz="2000" dirty="0"/>
              <a:t>Det </a:t>
            </a:r>
            <a:r>
              <a:rPr lang="en-US" sz="2000" dirty="0" err="1"/>
              <a:t>här</a:t>
            </a:r>
            <a:r>
              <a:rPr lang="en-US" sz="2000" dirty="0"/>
              <a:t> är </a:t>
            </a:r>
            <a:r>
              <a:rPr lang="en-US" sz="2000" dirty="0" err="1"/>
              <a:t>scenen</a:t>
            </a:r>
            <a:r>
              <a:rPr lang="en-US" sz="2000" dirty="0"/>
              <a:t> </a:t>
            </a:r>
            <a:r>
              <a:rPr lang="en-US" sz="2000" dirty="0" err="1"/>
              <a:t>där</a:t>
            </a:r>
            <a:r>
              <a:rPr lang="en-US" sz="2000" dirty="0"/>
              <a:t> </a:t>
            </a:r>
            <a:r>
              <a:rPr lang="en-US" sz="2000" dirty="0" err="1"/>
              <a:t>kartan</a:t>
            </a:r>
            <a:r>
              <a:rPr lang="en-US" sz="2000" dirty="0"/>
              <a:t> är </a:t>
            </a:r>
            <a:r>
              <a:rPr lang="en-US" sz="2000" dirty="0" err="1"/>
              <a:t>byggd</a:t>
            </a:r>
            <a:r>
              <a:rPr lang="en-US" sz="2000" dirty="0"/>
              <a:t>.</a:t>
            </a:r>
          </a:p>
          <a:p>
            <a:r>
              <a:rPr lang="en-US" sz="2000" dirty="0"/>
              <a:t>Det </a:t>
            </a:r>
            <a:r>
              <a:rPr lang="en-US" sz="2000" dirty="0" err="1"/>
              <a:t>enda</a:t>
            </a:r>
            <a:r>
              <a:rPr lang="en-US" sz="2000" dirty="0"/>
              <a:t> du </a:t>
            </a:r>
            <a:r>
              <a:rPr lang="en-US" sz="2000" dirty="0" err="1"/>
              <a:t>behöver</a:t>
            </a:r>
            <a:r>
              <a:rPr lang="en-US" sz="2000" dirty="0"/>
              <a:t> göra är </a:t>
            </a:r>
            <a:r>
              <a:rPr lang="en-US" sz="2000" dirty="0" err="1"/>
              <a:t>att</a:t>
            </a:r>
            <a:r>
              <a:rPr lang="en-US" sz="2000" dirty="0"/>
              <a:t> se till </a:t>
            </a:r>
            <a:r>
              <a:rPr lang="en-US" sz="2000" dirty="0" err="1"/>
              <a:t>att</a:t>
            </a:r>
            <a:r>
              <a:rPr lang="en-US" sz="2000" dirty="0"/>
              <a:t> UIn </a:t>
            </a:r>
            <a:r>
              <a:rPr lang="en-US" sz="2000" dirty="0" err="1"/>
              <a:t>har</a:t>
            </a:r>
            <a:r>
              <a:rPr lang="en-US" sz="2000" dirty="0"/>
              <a:t> din UI Button Prefab </a:t>
            </a:r>
            <a:r>
              <a:rPr lang="en-US" sz="2000" dirty="0" err="1"/>
              <a:t>likt</a:t>
            </a:r>
            <a:r>
              <a:rPr lang="en-US" sz="2000" dirty="0"/>
              <a:t> </a:t>
            </a:r>
            <a:r>
              <a:rPr lang="en-US" sz="2000" dirty="0" err="1"/>
              <a:t>bilden</a:t>
            </a:r>
            <a:r>
              <a:rPr lang="en-US" sz="2000" dirty="0"/>
              <a:t>.</a:t>
            </a:r>
          </a:p>
          <a:p>
            <a:r>
              <a:rPr lang="en-US" sz="2000" dirty="0"/>
              <a:t>Sen </a:t>
            </a:r>
            <a:r>
              <a:rPr lang="en-US" sz="2000" dirty="0" err="1"/>
              <a:t>dubbelchecka</a:t>
            </a:r>
            <a:r>
              <a:rPr lang="en-US" sz="2000" dirty="0"/>
              <a:t> </a:t>
            </a:r>
            <a:r>
              <a:rPr lang="en-US" sz="2000" dirty="0" err="1"/>
              <a:t>att</a:t>
            </a:r>
            <a:r>
              <a:rPr lang="en-US" sz="2000" dirty="0"/>
              <a:t> all information är </a:t>
            </a:r>
            <a:r>
              <a:rPr lang="en-US" sz="2000" dirty="0" err="1"/>
              <a:t>ifylld</a:t>
            </a:r>
            <a:endParaRPr lang="en-US" sz="2000" dirty="0"/>
          </a:p>
          <a:p>
            <a:r>
              <a:rPr lang="en-US" sz="2000" dirty="0"/>
              <a:t>På </a:t>
            </a:r>
            <a:r>
              <a:rPr lang="en-US" sz="2000" dirty="0" err="1"/>
              <a:t>bilden</a:t>
            </a:r>
            <a:r>
              <a:rPr lang="en-US" sz="2000" dirty="0"/>
              <a:t> ser du </a:t>
            </a:r>
            <a:r>
              <a:rPr lang="en-US" sz="2000" dirty="0" err="1"/>
              <a:t>hur</a:t>
            </a:r>
            <a:r>
              <a:rPr lang="en-US" sz="2000" dirty="0"/>
              <a:t> du </a:t>
            </a:r>
            <a:r>
              <a:rPr lang="en-US" sz="2000" dirty="0" err="1"/>
              <a:t>hittar</a:t>
            </a:r>
            <a:r>
              <a:rPr lang="en-US" sz="2000" dirty="0"/>
              <a:t> </a:t>
            </a:r>
            <a:r>
              <a:rPr lang="en-US" sz="2000" dirty="0" err="1"/>
              <a:t>dit</a:t>
            </a:r>
            <a:endParaRPr lang="sv-SE" sz="2000" dirty="0"/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1009BADF-A522-DEDB-8CAA-28763C9AD9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72" r="38165"/>
          <a:stretch>
            <a:fillRect/>
          </a:stretch>
        </p:blipFill>
        <p:spPr>
          <a:xfrm>
            <a:off x="7646838" y="1980775"/>
            <a:ext cx="3748858" cy="363282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E438CA0-CB4D-4C94-8C39-9C7FC9BBEE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1962"/>
            <a:ext cx="12191998" cy="46177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B2C05E3-84E7-4957-95EF-B471CBF71C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1962"/>
            <a:ext cx="4076698" cy="464399"/>
          </a:xfrm>
          <a:prstGeom prst="rect">
            <a:avLst/>
          </a:prstGeom>
          <a:gradFill>
            <a:gsLst>
              <a:gs pos="0">
                <a:srgbClr val="000000">
                  <a:alpha val="46000"/>
                </a:srgbClr>
              </a:gs>
              <a:gs pos="99000">
                <a:schemeClr val="accent1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238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269</Words>
  <Application>Microsoft Office PowerPoint</Application>
  <PresentationFormat>Bredbild</PresentationFormat>
  <Paragraphs>37</Paragraphs>
  <Slides>8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3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Office-tema</vt:lpstr>
      <vt:lpstr>Pontus Unit Builder</vt:lpstr>
      <vt:lpstr>En unit behöver 3 grejer</vt:lpstr>
      <vt:lpstr> UI Button Prefab</vt:lpstr>
      <vt:lpstr>Unit Definition</vt:lpstr>
      <vt:lpstr>Unit Prefab</vt:lpstr>
      <vt:lpstr>Hur det hänger ihop</vt:lpstr>
      <vt:lpstr>Unit Builder Scenen</vt:lpstr>
      <vt:lpstr>Triangle Grid Scenen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Pontus Rapp</dc:creator>
  <cp:lastModifiedBy>Pontus Rapp</cp:lastModifiedBy>
  <cp:revision>3</cp:revision>
  <dcterms:created xsi:type="dcterms:W3CDTF">2026-07-15T20:44:44Z</dcterms:created>
  <dcterms:modified xsi:type="dcterms:W3CDTF">2026-07-15T21:18:38Z</dcterms:modified>
</cp:coreProperties>
</file>